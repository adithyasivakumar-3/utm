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Rounded Rectangle 23"/>
          <p:cNvSpPr/>
          <p:nvPr/>
        </p:nvSpPr>
        <p:spPr>
          <a:xfrm>
            <a:off x="6254496"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SF20  DIC post-processing
measure any recorded video</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719072"/>
          <a:ext cx="11475720" cy="288036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192024">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192024">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11–20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SF20</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42" name="Rounded Rectangle 41"/>
          <p:cNvSpPr/>
          <p:nvPr/>
        </p:nvSpPr>
        <p:spPr>
          <a:xfrm>
            <a:off x="6309360" y="5413248"/>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19</a:t>
            </a:r>
          </a:p>
        </p:txBody>
      </p:sp>
      <p:sp>
        <p:nvSpPr>
          <p:cNvPr id="43" name="TextBox 42"/>
          <p:cNvSpPr txBox="1"/>
          <p:nvPr/>
        </p:nvSpPr>
        <p:spPr>
          <a:xfrm>
            <a:off x="6821424" y="5468112"/>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4" name="Rounded Rectangle 43"/>
          <p:cNvSpPr/>
          <p:nvPr/>
        </p:nvSpPr>
        <p:spPr>
          <a:xfrm>
            <a:off x="8458200" y="5413248"/>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5" name="TextBox 44"/>
          <p:cNvSpPr txBox="1"/>
          <p:nvPr/>
        </p:nvSpPr>
        <p:spPr>
          <a:xfrm>
            <a:off x="8970264" y="5468112"/>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6" name="Rectangle 45"/>
          <p:cNvSpPr/>
          <p:nvPr/>
        </p:nvSpPr>
        <p:spPr>
          <a:xfrm>
            <a:off x="6309360" y="5779008"/>
            <a:ext cx="55321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EVERY BUILT FEATURE IS RIG-VALIDATED. SF14 is the only one outstanding, and hardware blocks it — not code.</a:t>
            </a:r>
          </a:p>
        </p:txBody>
      </p:sp>
      <p:sp>
        <p:nvSpPr>
          <p:cNvPr id="47" name="TextBox 4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8" name="TextBox 4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5661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5661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5661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5661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5661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5661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5661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5661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5661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56616">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SAME 80 mm GAUGE, DIFFERENT PIXEL COUNTS — WHY THAT IS FINE</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p293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(p296)</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(p296);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p297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p289.</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(p296).</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(p286).</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p296, p288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Set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Set the gauge</a:t>
                      </a:r>
                    </a:p>
                  </a:txBody>
                  <a:tcPr/>
                </a:tc>
                <a:tc>
                  <a:txBody>
                    <a:bodyPr lIns="54864" rIns="54864" tIns="18288" bIns="18288" wrap="square" anchor="ctr"/>
                    <a:lstStyle/>
                    <a:p>
                      <a:pPr algn="l"/>
                      <a:r>
                        <a:rPr sz="850" b="0">
                          <a:solidFill>
                            <a:srgbClr val="000000"/>
                          </a:solidFill>
                          <a:latin typeface="Calibri"/>
                        </a:rPr>
                        <a:t>Type the real distance between the two markers, in mm, into Gauge (A→B).</a:t>
                      </a:r>
                    </a:p>
                  </a:txBody>
                  <a:tcPr/>
                </a:tc>
                <a:tc>
                  <a:txBody>
                    <a:bodyPr lIns="54864" rIns="54864" tIns="18288" bIns="18288" wrap="square" anchor="ctr"/>
                    <a:lstStyle/>
                    <a:p>
                      <a:pPr algn="l"/>
                      <a:r>
                        <a:rPr sz="850" b="0">
                          <a:solidFill>
                            <a:srgbClr val="000000"/>
                          </a:solidFill>
                          <a:latin typeface="Calibri"/>
                        </a:rPr>
                        <a:t>This only sets px per mm. Strain itself is a ratio of PIXELS, so getting the gauge wrong changes no strain — it changes only the reported scale.</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(p295)</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the rig's own build notes</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