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THEIR instrument and THEIR maths on THEIR machine — no part of our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Their speed is a third of ours,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They pulled at 2 mm/min; we pull at 6.0 mm/min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their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their footage through our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vs OUR 45 mm RUNS — MAKING THE COMPARISON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Session 1 could compare only strain RATE: that export carried no load and stopped at 0.40 % strain. Session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 (MOT)</a:t>
                      </a:r>
                    </a:p>
                  </a:txBody>
                  <a:tcPr>
                    <a:solidFill>
                      <a:srgbClr val="143D2F"/>
                    </a:solidFill>
                  </a:tcPr>
                </a:tc>
                <a:tc>
                  <a:txBody>
                    <a:bodyPr lIns="54864" rIns="54864" tIns="18288" bIns="18288" wrap="square" anchor="ctr"/>
                    <a:lstStyle/>
                    <a:p>
                      <a:pPr algn="l"/>
                      <a:r>
                        <a:rPr sz="900" b="1">
                          <a:solidFill>
                            <a:srgbClr val="FFFFFF"/>
                          </a:solidFill>
                          <a:latin typeface="Calibri"/>
                        </a:rPr>
                        <a:t>S34 · ours</a:t>
                      </a:r>
                    </a:p>
                  </a:txBody>
                  <a:tcPr>
                    <a:solidFill>
                      <a:srgbClr val="143D2F"/>
                    </a:solidFill>
                  </a:tcPr>
                </a:tc>
                <a:tc>
                  <a:txBody>
                    <a:bodyPr lIns="54864" rIns="54864" tIns="18288" bIns="18288" wrap="square" anchor="ctr"/>
                    <a:lstStyle/>
                    <a:p>
                      <a:pPr algn="l"/>
                      <a:r>
                        <a:rPr sz="900" b="1">
                          <a:solidFill>
                            <a:srgbClr val="FFFFFF"/>
                          </a:solidFill>
                          <a:latin typeface="Calibri"/>
                        </a:rPr>
                        <a:t>S33 · ours</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CURVES — YIELD AND FAILURE STRAIN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A rate effect explains roughly half of 7.7 % for PLA; our own 2.7 % specimen-to-specimen scatter covers much of the rest.</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DIC STRAIN RECORDS — AND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Session 1 found the XT-205 reading strain 2.21× faster than us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Session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ELASTIC SLOPE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Their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Ours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NOISE — WE LOST THE LEAD, AND THE REASON IS ARITHMETIC</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Session 1 reported OUR floor as the quieter, at 45 µε for them against ~24 µε for us. Session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session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45 mm COMPARISON SETTLES, AND WHAT IT DOES NOT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not a magnitude it pins down — for PLA a 3× rate change is worth a few per cent, so rate plausibly carries half of the gap and specimen scatter the rest. Neither term is separable from the other with n = 1 on each side.
Also explained: the 1.78× rise in our noise floor, which is 1/Px₀ and nothing else, and the strain-rate gap session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THEIR NOISE IMPROVE between sessions? Their session-2 optics are unknown, so their pixel span cannot be computed. Running their video through our pipeline gives us their px/mm directly (p295 did this for session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