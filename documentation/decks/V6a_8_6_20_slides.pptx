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329975" y="1060704"/>
            <a:ext cx="5501569"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DAQ)</a:t>
                      </a:r>
                    </a:p>
                  </a:txBody>
                  <a:tcPr/>
                </a:tc>
                <a:tc>
                  <a:txBody>
                    <a:bodyPr lIns="54864" rIns="54864" tIns="18288" bIns="18288" wrap="square" anchor="ctr"/>
                    <a:lstStyle/>
                    <a:p>
                      <a:pPr algn="l"/>
                      <a:r>
                        <a:rPr sz="800" b="0">
                          <a:solidFill>
                            <a:srgbClr val="000000"/>
                          </a:solidFill>
                          <a:latin typeface="Calibri"/>
                        </a:rPr>
                        <a:t>19.93 fps (from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613073" y="1042415"/>
            <a:ext cx="6935372"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(see below)</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scale check is the load-bearing one. Recovering the frame rate by matching strain levels returns fps ÷ k for any scale error k — so comparing it against the rate the DAQ actually recorded measures k directly. k = 0.99991, so the two pipelines put the same number on the same pixels.</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DAQ's own timestamps; the honest
figure is 2.4 %. The matching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p295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