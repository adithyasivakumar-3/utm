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29.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A rate effect explains roughly half of 7.7 % for PLA; our own 2.7 % specimen-to-specimen scatter covers much of the rest.</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(p313).</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not a magnitude it pins down — for PLA a 3× rate change is worth a few per cent, so rate plausibly carries half of the gap and specimen scatter the rest. Neither term is separable from the other with n = 1 on each side.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(p295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(p308):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(p295).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p316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660009" y="1005840"/>
            <a:ext cx="10841501"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572000"/>
          <a:ext cx="5623560" cy="1298448"/>
        </p:xfrm>
        <a:graphic>
          <a:graphicData uri="http://schemas.openxmlformats.org/drawingml/2006/table">
            <a:tbl>
              <a:tblPr firstRow="1" bandRow="1">
                <a:tableStyleId>{5C22544A-7EE6-4342-B048-85BDC9FD1C3A}</a:tableStyleId>
              </a:tblPr>
              <a:tblGrid>
                <a:gridCol w="2377440"/>
                <a:gridCol w="1600200"/>
                <a:gridCol w="164592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9689">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9689">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9692">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603504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