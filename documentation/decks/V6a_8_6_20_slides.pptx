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 Id="rId3"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p301–p305</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p311</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p261 · p262</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p270.</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(p278),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p290.</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p290 and p291.</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(p291).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p290.</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XT-205 vs PPD-UTM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SAME 80 mm GAUGE, DIFFERENT PIXEL COUNTS — WHY THAT IS FINE</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p295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TWO CALCULATIONS AGREE — SAME VIDEO, SAME ANSWER</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(p298)</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(p298);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p292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SLOPES DIFFER — WHERE THE COMMANDED MOTION GOES</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p299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p291.</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(p298).</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(p288).</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p298, p290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Set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Set the gauge</a:t>
                      </a:r>
                    </a:p>
                  </a:txBody>
                  <a:tcPr/>
                </a:tc>
                <a:tc>
                  <a:txBody>
                    <a:bodyPr lIns="54864" rIns="54864" tIns="18288" bIns="18288" wrap="square" anchor="ctr"/>
                    <a:lstStyle/>
                    <a:p>
                      <a:pPr algn="l"/>
                      <a:r>
                        <a:rPr sz="850" b="0">
                          <a:solidFill>
                            <a:srgbClr val="000000"/>
                          </a:solidFill>
                          <a:latin typeface="Calibri"/>
                        </a:rPr>
                        <a:t>Type the real distance between the two markers, in mm, into Gauge (A→B).</a:t>
                      </a:r>
                    </a:p>
                  </a:txBody>
                  <a:tcPr/>
                </a:tc>
                <a:tc>
                  <a:txBody>
                    <a:bodyPr lIns="54864" rIns="54864" tIns="18288" bIns="18288" wrap="square" anchor="ctr"/>
                    <a:lstStyle/>
                    <a:p>
                      <a:pPr algn="l"/>
                      <a:r>
                        <a:rPr sz="850" b="0">
                          <a:solidFill>
                            <a:srgbClr val="000000"/>
                          </a:solidFill>
                          <a:latin typeface="Calibri"/>
                        </a:rPr>
                        <a:t>This only sets px per mm. Strain itself is a ratio of PIXELS, so getting the gauge wrong changes no strain — it changes only the reported scale.</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(p297)</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THEIR instrument and THEIR maths on THEIR machine — no part of our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SESSION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Their speed is a third of ours,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They pulled at 2 mm/min; we pull at 6.0 mm/min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their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their footage through our pipeline, as in p295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