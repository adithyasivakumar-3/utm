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SF21</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SF20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SF21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11–21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SF20</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SF21</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SF14 and SF17 are absent by design: a card has to be something the OPERATOR invokes, and neither is. SF14's work is future work (FW1), not a feature. SF21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20</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p299–p303</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21</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p309</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CARDED SMART FEATURE HAS BEEN SHOWN WORKING — SF21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p289.</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(p296).</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(p286).</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p296, p288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(p295)</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SF21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