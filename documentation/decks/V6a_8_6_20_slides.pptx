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THEIR instrument and THEIR maths on THEIR machine — no part of our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Their speed is a third of ours,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They pulled at 2 mm/min; we pull at 6.0 mm/min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their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their footage through our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vs OUR 45 mm RUNS — MAKING THE COMPARISON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Session 1 could compare only strain RATE: that export carried no load and stopped at 0.40 % strain. Session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 (MOT)</a:t>
                      </a:r>
                    </a:p>
                  </a:txBody>
                  <a:tcPr>
                    <a:solidFill>
                      <a:srgbClr val="143D2F"/>
                    </a:solidFill>
                  </a:tcPr>
                </a:tc>
                <a:tc>
                  <a:txBody>
                    <a:bodyPr lIns="54864" rIns="54864" tIns="18288" bIns="18288" wrap="square" anchor="ctr"/>
                    <a:lstStyle/>
                    <a:p>
                      <a:pPr algn="l"/>
                      <a:r>
                        <a:rPr sz="900" b="1">
                          <a:solidFill>
                            <a:srgbClr val="FFFFFF"/>
                          </a:solidFill>
                          <a:latin typeface="Calibri"/>
                        </a:rPr>
                        <a:t>S34 · ours</a:t>
                      </a:r>
                    </a:p>
                  </a:txBody>
                  <a:tcPr>
                    <a:solidFill>
                      <a:srgbClr val="143D2F"/>
                    </a:solidFill>
                  </a:tcPr>
                </a:tc>
                <a:tc>
                  <a:txBody>
                    <a:bodyPr lIns="54864" rIns="54864" tIns="18288" bIns="18288" wrap="square" anchor="ctr"/>
                    <a:lstStyle/>
                    <a:p>
                      <a:pPr algn="l"/>
                      <a:r>
                        <a:rPr sz="900" b="1">
                          <a:solidFill>
                            <a:srgbClr val="FFFFFF"/>
                          </a:solidFill>
                          <a:latin typeface="Calibri"/>
                        </a:rPr>
                        <a:t>S33 · ours</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CURVES — YIELD AND FAILURE STRAIN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A rate effect explains roughly half of 7.7 % for PLA; our own 2.7 % specimen-to-specimen scatter covers much of the rest.</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DIC STRAIN RECORDS — AND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Session 1 found the XT-205 reading strain 2.21× faster than us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Session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ELASTIC SLOPE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Their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Ours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NOISE — WE LOST THE LEAD, AND THE REASON IS ARITHMETIC</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Session 1 reported OUR floor as the quieter, at 45 µε for them against ~24 µε for us. Session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session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45 mm COMPARISON SETTLES, AND WHAT IT DOES NOT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not a magnitude it pins down — for PLA a 3× rate change is worth a few per cent, so rate plausibly carries half of the gap and specimen scatter the rest. Neither term is separable from the other with n = 1 on each side.
Also explained: the 1.78× rise in our noise floor, which is 1/Px₀ and nothing else, and the strain-rate gap session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THEIR NOISE IMPROVE between sessions? Their session-2 optics are unknown, so their pixel span cannot be computed. Running their video through our pipeline gives us their px/mm directly (p295 did this for session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THEIR VIDEO THROUGH OUR PIPELINE — THE THIRD LEG</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Session 2 has now been measured three ways, and each pair differs in exactly ONE thing. Their extensometer and our pipeline read the SAME footage, so the only difference between them is the CALCULATION. Our pipeline on their footage and on our own S34 differ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(p308):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their session-2 optics were unknown, so their pixel span could not be computed and their noise could not be explained. It can now: Px₀ = 1254.9 px over 45.0034 mm is 27.885 px/mm — the SAME 27.9 px/mm they used in session 1. Their optics did not change between sessions;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STRAIN RECORDS FROM ONE VIDEO, PLOTTED SEPARATELY</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PIXELS, TWO CALCULATIONS — AND THEY AGREE AGAIN</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Session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(p295).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ONE LOAD CHANNEL, THREE STRAIN MEASUREMENTS</a:t>
            </a:r>
          </a:p>
        </p:txBody>
      </p:sp>
      <p:pic>
        <p:nvPicPr>
          <p:cNvPr id="5" name="Picture 4" descr="mot2p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THEIR reading</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ours ·
their video</a:t>
                      </a:r>
                    </a:p>
                  </a:txBody>
                  <a:tcPr>
                    <a:solidFill>
                      <a:srgbClr val="143D2F"/>
                    </a:solidFill>
                  </a:tcPr>
                </a:tc>
                <a:tc>
                  <a:txBody>
                    <a:bodyPr lIns="54864" rIns="54864" tIns="18288" bIns="18288" wrap="square" anchor="ctr"/>
                    <a:lstStyle/>
                    <a:p>
                      <a:pPr algn="l"/>
                      <a:r>
                        <a:rPr sz="850" b="1">
                          <a:solidFill>
                            <a:srgbClr val="FFFFFF"/>
                          </a:solidFill>
                          <a:latin typeface="Calibri"/>
                        </a:rPr>
                        <a:t>XT-205 ·
their maths</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our rig</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320040" y="4517136"/>
            <a:ext cx="5989320" cy="1170432"/>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our maths and the red is theirs,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ELASTIC SLOPE, MEASURED TWICE ON THE SAME FOOTAGE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ours · their video</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 · their maths</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our rig</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ours vs theirs, same video</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OUR LOAD TRAIN, not in our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THIRD LEG SETTLES — AND ONE CORRECTION</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same video, ours vs theirs</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session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session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their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same maths on their video reproduces their number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