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329975" y="1060704"/>
            <a:ext cx="5501569"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DAQ)</a:t>
                      </a:r>
                    </a:p>
                  </a:txBody>
                  <a:tcPr/>
                </a:tc>
                <a:tc>
                  <a:txBody>
                    <a:bodyPr lIns="54864" rIns="54864" tIns="18288" bIns="18288" wrap="square" anchor="ctr"/>
                    <a:lstStyle/>
                    <a:p>
                      <a:pPr algn="l"/>
                      <a:r>
                        <a:rPr sz="800" b="0">
                          <a:solidFill>
                            <a:srgbClr val="000000"/>
                          </a:solidFill>
                          <a:latin typeface="Calibri"/>
                        </a:rPr>
                        <a:t>19.93 fps (from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613073" y="1042415"/>
            <a:ext cx="6935372"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(see below)</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scale check is the load-bearing one. Recovering the frame rate by matching strain levels returns fps ÷ k for any scale error k — so comparing it against the rate the DAQ actually recorded measures k directly. k = 0.99991, so the two pipelines put the same number on the same pixels.</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DAQ's own timestamps; the honest
figure is 2.4 %. The matching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 EVERY POINT IN THE COMPARISON WINDOW</a:t>
            </a:r>
          </a:p>
        </p:txBody>
      </p:sp>
      <p:sp>
        <p:nvSpPr>
          <p:cNvPr id="5" name="TextBox 4"/>
          <p:cNvSpPr txBox="1"/>
          <p:nvPr/>
        </p:nvSpPr>
        <p:spPr>
          <a:xfrm>
            <a:off x="411480" y="1024128"/>
            <a:ext cx="11430000" cy="475488"/>
          </a:xfrm>
          <a:prstGeom prst="rect">
            <a:avLst/>
          </a:prstGeom>
          <a:noFill/>
        </p:spPr>
        <p:txBody>
          <a:bodyPr wrap="square" lIns="45720" rIns="45720" tIns="18288" bIns="18288" anchor="t">
            <a:spAutoFit/>
          </a:bodyPr>
          <a:lstStyle/>
          <a:p>
            <a:pPr algn="l"/>
            <a:r>
              <a:rPr sz="950" b="0" i="0">
                <a:solidFill>
                  <a:srgbClr val="000000"/>
                </a:solidFill>
                <a:latin typeface="Calibri"/>
              </a:rPr>
              <a:t>All 83 matched samples, 15.80–19.90 s, unaveraged and unsmoothed. The PPD-UTM column is RAW — the post-processor applies no filtering of any kind and its source value is exactly (L_px − Px₀)/Px₀. The XT-205 column is that instrument's own output, interpolated onto our sample times; what it does internally cannot be seen from the file, so the two columns are not equally traceable.</a:t>
            </a:r>
          </a:p>
        </p:txBody>
      </p:sp>
      <p:graphicFrame>
        <p:nvGraphicFramePr>
          <p:cNvPr id="6" name="Table 5"/>
          <p:cNvGraphicFramePr>
            <a:graphicFrameLocks noGrp="1"/>
          </p:cNvGraphicFramePr>
          <p:nvPr/>
        </p:nvGraphicFramePr>
        <p:xfrm>
          <a:off x="384048" y="1591056"/>
          <a:ext cx="3703320" cy="3977639"/>
        </p:xfrm>
        <a:graphic>
          <a:graphicData uri="http://schemas.openxmlformats.org/drawingml/2006/table">
            <a:tbl>
              <a:tblPr firstRow="1" bandRow="1">
                <a:tableStyleId>{5C22544A-7EE6-4342-B048-85BDC9FD1C3A}</a:tableStyleId>
              </a:tblPr>
              <a:tblGrid>
                <a:gridCol w="658368"/>
                <a:gridCol w="804672"/>
                <a:gridCol w="777240"/>
                <a:gridCol w="658368"/>
                <a:gridCol w="804672"/>
              </a:tblGrid>
              <a:tr h="137159">
                <a:tc>
                  <a:txBody>
                    <a:bodyPr lIns="54864" rIns="54864" tIns="18288" bIns="18288" wrap="square" anchor="ctr"/>
                    <a:lstStyle/>
                    <a:p>
                      <a:pPr algn="l"/>
                      <a:r>
                        <a:rPr sz="750" b="1">
                          <a:solidFill>
                            <a:srgbClr val="FFFFFF"/>
                          </a:solidFill>
                          <a:latin typeface="Calibri"/>
                        </a:rPr>
                        <a:t>t (s)</a:t>
                      </a:r>
                    </a:p>
                  </a:txBody>
                  <a:tcPr>
                    <a:solidFill>
                      <a:srgbClr val="143D2F"/>
                    </a:solidFill>
                  </a:tcPr>
                </a:tc>
                <a:tc>
                  <a:txBody>
                    <a:bodyPr lIns="54864" rIns="54864" tIns="18288" bIns="18288" wrap="square" anchor="ctr"/>
                    <a:lstStyle/>
                    <a:p>
                      <a:pPr algn="l"/>
                      <a:r>
                        <a:rPr sz="750" b="1">
                          <a:solidFill>
                            <a:srgbClr val="FFFFFF"/>
                          </a:solidFill>
                          <a:latin typeface="Calibri"/>
                        </a:rPr>
                        <a:t>PPD-UTM</a:t>
                      </a:r>
                    </a:p>
                  </a:txBody>
                  <a:tcPr>
                    <a:solidFill>
                      <a:srgbClr val="143D2F"/>
                    </a:solidFill>
                  </a:tcPr>
                </a:tc>
                <a:tc>
                  <a:txBody>
                    <a:bodyPr lIns="54864" rIns="54864" tIns="18288" bIns="18288" wrap="square" anchor="ctr"/>
                    <a:lstStyle/>
                    <a:p>
                      <a:pPr algn="l"/>
                      <a:r>
                        <a:rPr sz="750" b="1">
                          <a:solidFill>
                            <a:srgbClr val="FFFFFF"/>
                          </a:solidFill>
                          <a:latin typeface="Calibri"/>
                        </a:rPr>
                        <a:t>XT-205</a:t>
                      </a:r>
                    </a:p>
                  </a:txBody>
                  <a:tcPr>
                    <a:solidFill>
                      <a:srgbClr val="143D2F"/>
                    </a:solidFill>
                  </a:tcPr>
                </a:tc>
                <a:tc>
                  <a:txBody>
                    <a:bodyPr lIns="54864" rIns="54864" tIns="18288" bIns="18288" wrap="square" anchor="ctr"/>
                    <a:lstStyle/>
                    <a:p>
                      <a:pPr algn="l"/>
                      <a:r>
                        <a:rPr sz="750" b="1">
                          <a:solidFill>
                            <a:srgbClr val="FFFFFF"/>
                          </a:solidFill>
                          <a:latin typeface="Calibri"/>
                        </a:rPr>
                        <a:t>Δ µε</a:t>
                      </a:r>
                    </a:p>
                  </a:txBody>
                  <a:tcPr>
                    <a:solidFill>
                      <a:srgbClr val="143D2F"/>
                    </a:solidFill>
                  </a:tcPr>
                </a:tc>
                <a:tc>
                  <a:txBody>
                    <a:bodyPr lIns="54864" rIns="54864" tIns="18288" bIns="18288" wrap="square" anchor="ctr"/>
                    <a:lstStyle/>
                    <a:p>
                      <a:pPr algn="l"/>
                      <a:r>
                        <a:rPr sz="750" b="1">
                          <a:solidFill>
                            <a:srgbClr val="FFFFFF"/>
                          </a:solidFill>
                          <a:latin typeface="Calibri"/>
                        </a:rPr>
                        <a:t>Δ %</a:t>
                      </a:r>
                    </a:p>
                  </a:txBody>
                  <a:tcPr>
                    <a:solidFill>
                      <a:srgbClr val="143D2F"/>
                    </a:solidFill>
                  </a:tcPr>
                </a:tc>
              </a:tr>
              <a:tr h="137159">
                <a:tc>
                  <a:txBody>
                    <a:bodyPr lIns="54864" rIns="54864" tIns="18288" bIns="18288" wrap="square" anchor="ctr"/>
                    <a:lstStyle/>
                    <a:p>
                      <a:pPr algn="l"/>
                      <a:r>
                        <a:rPr sz="700" b="0">
                          <a:solidFill>
                            <a:srgbClr val="000000"/>
                          </a:solidFill>
                          <a:latin typeface="Calibri"/>
                        </a:rPr>
                        <a:t>15.80</a:t>
                      </a:r>
                    </a:p>
                  </a:txBody>
                  <a:tcPr/>
                </a:tc>
                <a:tc>
                  <a:txBody>
                    <a:bodyPr lIns="54864" rIns="54864" tIns="18288" bIns="18288" wrap="square" anchor="ctr"/>
                    <a:lstStyle/>
                    <a:p>
                      <a:pPr algn="l"/>
                      <a:r>
                        <a:rPr sz="700" b="0">
                          <a:solidFill>
                            <a:srgbClr val="000000"/>
                          </a:solidFill>
                          <a:latin typeface="Calibri"/>
                        </a:rPr>
                        <a:t>0.0505</a:t>
                      </a:r>
                    </a:p>
                  </a:txBody>
                  <a:tcPr/>
                </a:tc>
                <a:tc>
                  <a:txBody>
                    <a:bodyPr lIns="54864" rIns="54864" tIns="18288" bIns="18288" wrap="square" anchor="ctr"/>
                    <a:lstStyle/>
                    <a:p>
                      <a:pPr algn="l"/>
                      <a:r>
                        <a:rPr sz="700" b="0">
                          <a:solidFill>
                            <a:srgbClr val="000000"/>
                          </a:solidFill>
                          <a:latin typeface="Calibri"/>
                        </a:rPr>
                        <a:t>0.0502</a:t>
                      </a:r>
                    </a:p>
                  </a:txBody>
                  <a:tcPr/>
                </a:tc>
                <a:tc>
                  <a:txBody>
                    <a:bodyPr lIns="54864" rIns="54864" tIns="18288" bIns="18288" wrap="square" anchor="ctr"/>
                    <a:lstStyle/>
                    <a:p>
                      <a:pPr algn="l"/>
                      <a:r>
                        <a:rPr sz="700" b="0">
                          <a:solidFill>
                            <a:srgbClr val="000000"/>
                          </a:solidFill>
                          <a:latin typeface="Calibri"/>
                        </a:rPr>
                        <a:t>+3</a:t>
                      </a:r>
                    </a:p>
                  </a:txBody>
                  <a:tcPr/>
                </a:tc>
                <a:tc>
                  <a:txBody>
                    <a:bodyPr lIns="54864" rIns="54864" tIns="18288" bIns="18288" wrap="square" anchor="ctr"/>
                    <a:lstStyle/>
                    <a:p>
                      <a:pPr algn="l"/>
                      <a:r>
                        <a:rPr sz="700" b="0">
                          <a:solidFill>
                            <a:srgbClr val="000000"/>
                          </a:solidFill>
                          <a:latin typeface="Calibri"/>
                        </a:rPr>
                        <a:t>+0.61</a:t>
                      </a:r>
                    </a:p>
                  </a:txBody>
                  <a:tcPr/>
                </a:tc>
              </a:tr>
              <a:tr h="137159">
                <a:tc>
                  <a:txBody>
                    <a:bodyPr lIns="54864" rIns="54864" tIns="18288" bIns="18288" wrap="square" anchor="ctr"/>
                    <a:lstStyle/>
                    <a:p>
                      <a:pPr algn="l"/>
                      <a:r>
                        <a:rPr sz="700" b="0">
                          <a:solidFill>
                            <a:srgbClr val="000000"/>
                          </a:solidFill>
                          <a:latin typeface="Calibri"/>
                        </a:rPr>
                        <a:t>15.85</a:t>
                      </a:r>
                    </a:p>
                  </a:txBody>
                  <a:tcPr/>
                </a:tc>
                <a:tc>
                  <a:txBody>
                    <a:bodyPr lIns="54864" rIns="54864" tIns="18288" bIns="18288" wrap="square" anchor="ctr"/>
                    <a:lstStyle/>
                    <a:p>
                      <a:pPr algn="l"/>
                      <a:r>
                        <a:rPr sz="700" b="0">
                          <a:solidFill>
                            <a:srgbClr val="000000"/>
                          </a:solidFill>
                          <a:latin typeface="Calibri"/>
                        </a:rPr>
                        <a:t>0.0534</a:t>
                      </a:r>
                    </a:p>
                  </a:txBody>
                  <a:tcPr/>
                </a:tc>
                <a:tc>
                  <a:txBody>
                    <a:bodyPr lIns="54864" rIns="54864" tIns="18288" bIns="18288" wrap="square" anchor="ctr"/>
                    <a:lstStyle/>
                    <a:p>
                      <a:pPr algn="l"/>
                      <a:r>
                        <a:rPr sz="700" b="0">
                          <a:solidFill>
                            <a:srgbClr val="000000"/>
                          </a:solidFill>
                          <a:latin typeface="Calibri"/>
                        </a:rPr>
                        <a:t>0.0541</a:t>
                      </a:r>
                    </a:p>
                  </a:txBody>
                  <a:tcPr/>
                </a:tc>
                <a:tc>
                  <a:txBody>
                    <a:bodyPr lIns="54864" rIns="54864" tIns="18288" bIns="18288" wrap="square" anchor="ctr"/>
                    <a:lstStyle/>
                    <a:p>
                      <a:pPr algn="l"/>
                      <a:r>
                        <a:rPr sz="700" b="0">
                          <a:solidFill>
                            <a:srgbClr val="000000"/>
                          </a:solidFill>
                          <a:latin typeface="Calibri"/>
                        </a:rPr>
                        <a:t>-8</a:t>
                      </a:r>
                    </a:p>
                  </a:txBody>
                  <a:tcPr/>
                </a:tc>
                <a:tc>
                  <a:txBody>
                    <a:bodyPr lIns="54864" rIns="54864" tIns="18288" bIns="18288" wrap="square" anchor="ctr"/>
                    <a:lstStyle/>
                    <a:p>
                      <a:pPr algn="l"/>
                      <a:r>
                        <a:rPr sz="700" b="0">
                          <a:solidFill>
                            <a:srgbClr val="000000"/>
                          </a:solidFill>
                          <a:latin typeface="Calibri"/>
                        </a:rPr>
                        <a:t>-1.43</a:t>
                      </a:r>
                    </a:p>
                  </a:txBody>
                  <a:tcPr/>
                </a:tc>
              </a:tr>
              <a:tr h="137159">
                <a:tc>
                  <a:txBody>
                    <a:bodyPr lIns="54864" rIns="54864" tIns="18288" bIns="18288" wrap="square" anchor="ctr"/>
                    <a:lstStyle/>
                    <a:p>
                      <a:pPr algn="l"/>
                      <a:r>
                        <a:rPr sz="700" b="0">
                          <a:solidFill>
                            <a:srgbClr val="000000"/>
                          </a:solidFill>
                          <a:latin typeface="Calibri"/>
                        </a:rPr>
                        <a:t>15.90</a:t>
                      </a:r>
                    </a:p>
                  </a:txBody>
                  <a:tcPr/>
                </a:tc>
                <a:tc>
                  <a:txBody>
                    <a:bodyPr lIns="54864" rIns="54864" tIns="18288" bIns="18288" wrap="square" anchor="ctr"/>
                    <a:lstStyle/>
                    <a:p>
                      <a:pPr algn="l"/>
                      <a:r>
                        <a:rPr sz="700" b="0">
                          <a:solidFill>
                            <a:srgbClr val="000000"/>
                          </a:solidFill>
                          <a:latin typeface="Calibri"/>
                        </a:rPr>
                        <a:t>0.0571</a:t>
                      </a:r>
                    </a:p>
                  </a:txBody>
                  <a:tcPr/>
                </a:tc>
                <a:tc>
                  <a:txBody>
                    <a:bodyPr lIns="54864" rIns="54864" tIns="18288" bIns="18288" wrap="square" anchor="ctr"/>
                    <a:lstStyle/>
                    <a:p>
                      <a:pPr algn="l"/>
                      <a:r>
                        <a:rPr sz="700" b="0">
                          <a:solidFill>
                            <a:srgbClr val="000000"/>
                          </a:solidFill>
                          <a:latin typeface="Calibri"/>
                        </a:rPr>
                        <a:t>0.0580</a:t>
                      </a:r>
                    </a:p>
                  </a:txBody>
                  <a:tcPr/>
                </a:tc>
                <a:tc>
                  <a:txBody>
                    <a:bodyPr lIns="54864" rIns="54864" tIns="18288" bIns="18288" wrap="square" anchor="ctr"/>
                    <a:lstStyle/>
                    <a:p>
                      <a:pPr algn="l"/>
                      <a:r>
                        <a:rPr sz="700" b="0">
                          <a:solidFill>
                            <a:srgbClr val="000000"/>
                          </a:solidFill>
                          <a:latin typeface="Calibri"/>
                        </a:rPr>
                        <a:t>-9</a:t>
                      </a:r>
                    </a:p>
                  </a:txBody>
                  <a:tcPr/>
                </a:tc>
                <a:tc>
                  <a:txBody>
                    <a:bodyPr lIns="54864" rIns="54864" tIns="18288" bIns="18288" wrap="square" anchor="ctr"/>
                    <a:lstStyle/>
                    <a:p>
                      <a:pPr algn="l"/>
                      <a:r>
                        <a:rPr sz="700" b="0">
                          <a:solidFill>
                            <a:srgbClr val="000000"/>
                          </a:solidFill>
                          <a:latin typeface="Calibri"/>
                        </a:rPr>
                        <a:t>-1.50</a:t>
                      </a:r>
                    </a:p>
                  </a:txBody>
                  <a:tcPr/>
                </a:tc>
              </a:tr>
              <a:tr h="137159">
                <a:tc>
                  <a:txBody>
                    <a:bodyPr lIns="54864" rIns="54864" tIns="18288" bIns="18288" wrap="square" anchor="ctr"/>
                    <a:lstStyle/>
                    <a:p>
                      <a:pPr algn="l"/>
                      <a:r>
                        <a:rPr sz="700" b="0">
                          <a:solidFill>
                            <a:srgbClr val="000000"/>
                          </a:solidFill>
                          <a:latin typeface="Calibri"/>
                        </a:rPr>
                        <a:t>15.95</a:t>
                      </a:r>
                    </a:p>
                  </a:txBody>
                  <a:tcPr/>
                </a:tc>
                <a:tc>
                  <a:txBody>
                    <a:bodyPr lIns="54864" rIns="54864" tIns="18288" bIns="18288" wrap="square" anchor="ctr"/>
                    <a:lstStyle/>
                    <a:p>
                      <a:pPr algn="l"/>
                      <a:r>
                        <a:rPr sz="700" b="0">
                          <a:solidFill>
                            <a:srgbClr val="000000"/>
                          </a:solidFill>
                          <a:latin typeface="Calibri"/>
                        </a:rPr>
                        <a:t>0.0620</a:t>
                      </a:r>
                    </a:p>
                  </a:txBody>
                  <a:tcPr/>
                </a:tc>
                <a:tc>
                  <a:txBody>
                    <a:bodyPr lIns="54864" rIns="54864" tIns="18288" bIns="18288" wrap="square" anchor="ctr"/>
                    <a:lstStyle/>
                    <a:p>
                      <a:pPr algn="l"/>
                      <a:r>
                        <a:rPr sz="700" b="0">
                          <a:solidFill>
                            <a:srgbClr val="000000"/>
                          </a:solidFill>
                          <a:latin typeface="Calibri"/>
                        </a:rPr>
                        <a:t>0.0614</a:t>
                      </a:r>
                    </a:p>
                  </a:txBody>
                  <a:tcPr/>
                </a:tc>
                <a:tc>
                  <a:txBody>
                    <a:bodyPr lIns="54864" rIns="54864" tIns="18288" bIns="18288" wrap="square" anchor="ctr"/>
                    <a:lstStyle/>
                    <a:p>
                      <a:pPr algn="l"/>
                      <a:r>
                        <a:rPr sz="700" b="0">
                          <a:solidFill>
                            <a:srgbClr val="000000"/>
                          </a:solidFill>
                          <a:latin typeface="Calibri"/>
                        </a:rPr>
                        <a:t>+5</a:t>
                      </a:r>
                    </a:p>
                  </a:txBody>
                  <a:tcPr/>
                </a:tc>
                <a:tc>
                  <a:txBody>
                    <a:bodyPr lIns="54864" rIns="54864" tIns="18288" bIns="18288" wrap="square" anchor="ctr"/>
                    <a:lstStyle/>
                    <a:p>
                      <a:pPr algn="l"/>
                      <a:r>
                        <a:rPr sz="700" b="0">
                          <a:solidFill>
                            <a:srgbClr val="000000"/>
                          </a:solidFill>
                          <a:latin typeface="Calibri"/>
                        </a:rPr>
                        <a:t>+0.88</a:t>
                      </a:r>
                    </a:p>
                  </a:txBody>
                  <a:tcPr/>
                </a:tc>
              </a:tr>
              <a:tr h="137159">
                <a:tc>
                  <a:txBody>
                    <a:bodyPr lIns="54864" rIns="54864" tIns="18288" bIns="18288" wrap="square" anchor="ctr"/>
                    <a:lstStyle/>
                    <a:p>
                      <a:pPr algn="l"/>
                      <a:r>
                        <a:rPr sz="700" b="0">
                          <a:solidFill>
                            <a:srgbClr val="000000"/>
                          </a:solidFill>
                          <a:latin typeface="Calibri"/>
                        </a:rPr>
                        <a:t>16.00</a:t>
                      </a:r>
                    </a:p>
                  </a:txBody>
                  <a:tcPr/>
                </a:tc>
                <a:tc>
                  <a:txBody>
                    <a:bodyPr lIns="54864" rIns="54864" tIns="18288" bIns="18288" wrap="square" anchor="ctr"/>
                    <a:lstStyle/>
                    <a:p>
                      <a:pPr algn="l"/>
                      <a:r>
                        <a:rPr sz="700" b="0">
                          <a:solidFill>
                            <a:srgbClr val="000000"/>
                          </a:solidFill>
                          <a:latin typeface="Calibri"/>
                        </a:rPr>
                        <a:t>0.0644</a:t>
                      </a:r>
                    </a:p>
                  </a:txBody>
                  <a:tcPr/>
                </a:tc>
                <a:tc>
                  <a:txBody>
                    <a:bodyPr lIns="54864" rIns="54864" tIns="18288" bIns="18288" wrap="square" anchor="ctr"/>
                    <a:lstStyle/>
                    <a:p>
                      <a:pPr algn="l"/>
                      <a:r>
                        <a:rPr sz="700" b="0">
                          <a:solidFill>
                            <a:srgbClr val="000000"/>
                          </a:solidFill>
                          <a:latin typeface="Calibri"/>
                        </a:rPr>
                        <a:t>0.0655</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-1.58</a:t>
                      </a:r>
                    </a:p>
                  </a:txBody>
                  <a:tcPr/>
                </a:tc>
              </a:tr>
              <a:tr h="137159">
                <a:tc>
                  <a:txBody>
                    <a:bodyPr lIns="54864" rIns="54864" tIns="18288" bIns="18288" wrap="square" anchor="ctr"/>
                    <a:lstStyle/>
                    <a:p>
                      <a:pPr algn="l"/>
                      <a:r>
                        <a:rPr sz="700" b="0">
                          <a:solidFill>
                            <a:srgbClr val="000000"/>
                          </a:solidFill>
                          <a:latin typeface="Calibri"/>
                        </a:rPr>
                        <a:t>16.05</a:t>
                      </a:r>
                    </a:p>
                  </a:txBody>
                  <a:tcPr/>
                </a:tc>
                <a:tc>
                  <a:txBody>
                    <a:bodyPr lIns="54864" rIns="54864" tIns="18288" bIns="18288" wrap="square" anchor="ctr"/>
                    <a:lstStyle/>
                    <a:p>
                      <a:pPr algn="l"/>
                      <a:r>
                        <a:rPr sz="700" b="0">
                          <a:solidFill>
                            <a:srgbClr val="000000"/>
                          </a:solidFill>
                          <a:latin typeface="Calibri"/>
                        </a:rPr>
                        <a:t>0.0684</a:t>
                      </a:r>
                    </a:p>
                  </a:txBody>
                  <a:tcPr/>
                </a:tc>
                <a:tc>
                  <a:txBody>
                    <a:bodyPr lIns="54864" rIns="54864" tIns="18288" bIns="18288" wrap="square" anchor="ctr"/>
                    <a:lstStyle/>
                    <a:p>
                      <a:pPr algn="l"/>
                      <a:r>
                        <a:rPr sz="700" b="0">
                          <a:solidFill>
                            <a:srgbClr val="000000"/>
                          </a:solidFill>
                          <a:latin typeface="Calibri"/>
                        </a:rPr>
                        <a:t>0.0690</a:t>
                      </a:r>
                    </a:p>
                  </a:txBody>
                  <a:tcPr/>
                </a:tc>
                <a:tc>
                  <a:txBody>
                    <a:bodyPr lIns="54864" rIns="54864" tIns="18288" bIns="18288" wrap="square" anchor="ctr"/>
                    <a:lstStyle/>
                    <a:p>
                      <a:pPr algn="l"/>
                      <a:r>
                        <a:rPr sz="700" b="0">
                          <a:solidFill>
                            <a:srgbClr val="000000"/>
                          </a:solidFill>
                          <a:latin typeface="Calibri"/>
                        </a:rPr>
                        <a:t>-6</a:t>
                      </a:r>
                    </a:p>
                  </a:txBody>
                  <a:tcPr/>
                </a:tc>
                <a:tc>
                  <a:txBody>
                    <a:bodyPr lIns="54864" rIns="54864" tIns="18288" bIns="18288" wrap="square" anchor="ctr"/>
                    <a:lstStyle/>
                    <a:p>
                      <a:pPr algn="l"/>
                      <a:r>
                        <a:rPr sz="700" b="0">
                          <a:solidFill>
                            <a:srgbClr val="000000"/>
                          </a:solidFill>
                          <a:latin typeface="Calibri"/>
                        </a:rPr>
                        <a:t>-0.89</a:t>
                      </a:r>
                    </a:p>
                  </a:txBody>
                  <a:tcPr/>
                </a:tc>
              </a:tr>
              <a:tr h="137159">
                <a:tc>
                  <a:txBody>
                    <a:bodyPr lIns="54864" rIns="54864" tIns="18288" bIns="18288" wrap="square" anchor="ctr"/>
                    <a:lstStyle/>
                    <a:p>
                      <a:pPr algn="l"/>
                      <a:r>
                        <a:rPr sz="700" b="0">
                          <a:solidFill>
                            <a:srgbClr val="000000"/>
                          </a:solidFill>
                          <a:latin typeface="Calibri"/>
                        </a:rPr>
                        <a:t>16.10</a:t>
                      </a:r>
                    </a:p>
                  </a:txBody>
                  <a:tcPr/>
                </a:tc>
                <a:tc>
                  <a:txBody>
                    <a:bodyPr lIns="54864" rIns="54864" tIns="18288" bIns="18288" wrap="square" anchor="ctr"/>
                    <a:lstStyle/>
                    <a:p>
                      <a:pPr algn="l"/>
                      <a:r>
                        <a:rPr sz="700" b="0">
                          <a:solidFill>
                            <a:srgbClr val="000000"/>
                          </a:solidFill>
                          <a:latin typeface="Calibri"/>
                        </a:rPr>
                        <a:t>0.0730</a:t>
                      </a:r>
                    </a:p>
                  </a:txBody>
                  <a:tcPr/>
                </a:tc>
                <a:tc>
                  <a:txBody>
                    <a:bodyPr lIns="54864" rIns="54864" tIns="18288" bIns="18288" wrap="square" anchor="ctr"/>
                    <a:lstStyle/>
                    <a:p>
                      <a:pPr algn="l"/>
                      <a:r>
                        <a:rPr sz="700" b="0">
                          <a:solidFill>
                            <a:srgbClr val="000000"/>
                          </a:solidFill>
                          <a:latin typeface="Calibri"/>
                        </a:rPr>
                        <a:t>0.0731</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-0.10</a:t>
                      </a:r>
                    </a:p>
                  </a:txBody>
                  <a:tcPr/>
                </a:tc>
              </a:tr>
              <a:tr h="137159">
                <a:tc>
                  <a:txBody>
                    <a:bodyPr lIns="54864" rIns="54864" tIns="18288" bIns="18288" wrap="square" anchor="ctr"/>
                    <a:lstStyle/>
                    <a:p>
                      <a:pPr algn="l"/>
                      <a:r>
                        <a:rPr sz="700" b="0">
                          <a:solidFill>
                            <a:srgbClr val="000000"/>
                          </a:solidFill>
                          <a:latin typeface="Calibri"/>
                        </a:rPr>
                        <a:t>16.15</a:t>
                      </a:r>
                    </a:p>
                  </a:txBody>
                  <a:tcPr/>
                </a:tc>
                <a:tc>
                  <a:txBody>
                    <a:bodyPr lIns="54864" rIns="54864" tIns="18288" bIns="18288" wrap="square" anchor="ctr"/>
                    <a:lstStyle/>
                    <a:p>
                      <a:pPr algn="l"/>
                      <a:r>
                        <a:rPr sz="700" b="0">
                          <a:solidFill>
                            <a:srgbClr val="000000"/>
                          </a:solidFill>
                          <a:latin typeface="Calibri"/>
                        </a:rPr>
                        <a:t>0.0766</a:t>
                      </a:r>
                    </a:p>
                  </a:txBody>
                  <a:tcPr/>
                </a:tc>
                <a:tc>
                  <a:txBody>
                    <a:bodyPr lIns="54864" rIns="54864" tIns="18288" bIns="18288" wrap="square" anchor="ctr"/>
                    <a:lstStyle/>
                    <a:p>
                      <a:pPr algn="l"/>
                      <a:r>
                        <a:rPr sz="700" b="0">
                          <a:solidFill>
                            <a:srgbClr val="000000"/>
                          </a:solidFill>
                          <a:latin typeface="Calibri"/>
                        </a:rPr>
                        <a:t>0.0767</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-0.16</a:t>
                      </a:r>
                    </a:p>
                  </a:txBody>
                  <a:tcPr/>
                </a:tc>
              </a:tr>
              <a:tr h="137159">
                <a:tc>
                  <a:txBody>
                    <a:bodyPr lIns="54864" rIns="54864" tIns="18288" bIns="18288" wrap="square" anchor="ctr"/>
                    <a:lstStyle/>
                    <a:p>
                      <a:pPr algn="l"/>
                      <a:r>
                        <a:rPr sz="700" b="0">
                          <a:solidFill>
                            <a:srgbClr val="000000"/>
                          </a:solidFill>
                          <a:latin typeface="Calibri"/>
                        </a:rPr>
                        <a:t>16.20</a:t>
                      </a:r>
                    </a:p>
                  </a:txBody>
                  <a:tcPr/>
                </a:tc>
                <a:tc>
                  <a:txBody>
                    <a:bodyPr lIns="54864" rIns="54864" tIns="18288" bIns="18288" wrap="square" anchor="ctr"/>
                    <a:lstStyle/>
                    <a:p>
                      <a:pPr algn="l"/>
                      <a:r>
                        <a:rPr sz="700" b="0">
                          <a:solidFill>
                            <a:srgbClr val="000000"/>
                          </a:solidFill>
                          <a:latin typeface="Calibri"/>
                        </a:rPr>
                        <a:t>0.0807</a:t>
                      </a:r>
                    </a:p>
                  </a:txBody>
                  <a:tcPr/>
                </a:tc>
                <a:tc>
                  <a:txBody>
                    <a:bodyPr lIns="54864" rIns="54864" tIns="18288" bIns="18288" wrap="square" anchor="ctr"/>
                    <a:lstStyle/>
                    <a:p>
                      <a:pPr algn="l"/>
                      <a:r>
                        <a:rPr sz="700" b="0">
                          <a:solidFill>
                            <a:srgbClr val="000000"/>
                          </a:solidFill>
                          <a:latin typeface="Calibri"/>
                        </a:rPr>
                        <a:t>0.0811</a:t>
                      </a:r>
                    </a:p>
                  </a:txBody>
                  <a:tcPr/>
                </a:tc>
                <a:tc>
                  <a:txBody>
                    <a:bodyPr lIns="54864" rIns="54864" tIns="18288" bIns="18288" wrap="square" anchor="ctr"/>
                    <a:lstStyle/>
                    <a:p>
                      <a:pPr algn="l"/>
                      <a:r>
                        <a:rPr sz="700" b="0">
                          <a:solidFill>
                            <a:srgbClr val="000000"/>
                          </a:solidFill>
                          <a:latin typeface="Calibri"/>
                        </a:rPr>
                        <a:t>-4</a:t>
                      </a:r>
                    </a:p>
                  </a:txBody>
                  <a:tcPr/>
                </a:tc>
                <a:tc>
                  <a:txBody>
                    <a:bodyPr lIns="54864" rIns="54864" tIns="18288" bIns="18288" wrap="square" anchor="ctr"/>
                    <a:lstStyle/>
                    <a:p>
                      <a:pPr algn="l"/>
                      <a:r>
                        <a:rPr sz="700" b="0">
                          <a:solidFill>
                            <a:srgbClr val="000000"/>
                          </a:solidFill>
                          <a:latin typeface="Calibri"/>
                        </a:rPr>
                        <a:t>-0.51</a:t>
                      </a:r>
                    </a:p>
                  </a:txBody>
                  <a:tcPr/>
                </a:tc>
              </a:tr>
              <a:tr h="137159">
                <a:tc>
                  <a:txBody>
                    <a:bodyPr lIns="54864" rIns="54864" tIns="18288" bIns="18288" wrap="square" anchor="ctr"/>
                    <a:lstStyle/>
                    <a:p>
                      <a:pPr algn="l"/>
                      <a:r>
                        <a:rPr sz="700" b="0">
                          <a:solidFill>
                            <a:srgbClr val="000000"/>
                          </a:solidFill>
                          <a:latin typeface="Calibri"/>
                        </a:rPr>
                        <a:t>16.25</a:t>
                      </a:r>
                    </a:p>
                  </a:txBody>
                  <a:tcPr/>
                </a:tc>
                <a:tc>
                  <a:txBody>
                    <a:bodyPr lIns="54864" rIns="54864" tIns="18288" bIns="18288" wrap="square" anchor="ctr"/>
                    <a:lstStyle/>
                    <a:p>
                      <a:pPr algn="l"/>
                      <a:r>
                        <a:rPr sz="700" b="0">
                          <a:solidFill>
                            <a:srgbClr val="000000"/>
                          </a:solidFill>
                          <a:latin typeface="Calibri"/>
                        </a:rPr>
                        <a:t>0.0846</a:t>
                      </a:r>
                    </a:p>
                  </a:txBody>
                  <a:tcPr/>
                </a:tc>
                <a:tc>
                  <a:txBody>
                    <a:bodyPr lIns="54864" rIns="54864" tIns="18288" bIns="18288" wrap="square" anchor="ctr"/>
                    <a:lstStyle/>
                    <a:p>
                      <a:pPr algn="l"/>
                      <a:r>
                        <a:rPr sz="700" b="0">
                          <a:solidFill>
                            <a:srgbClr val="000000"/>
                          </a:solidFill>
                          <a:latin typeface="Calibri"/>
                        </a:rPr>
                        <a:t>0.0848</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-0.24</a:t>
                      </a:r>
                    </a:p>
                  </a:txBody>
                  <a:tcPr/>
                </a:tc>
              </a:tr>
              <a:tr h="137159">
                <a:tc>
                  <a:txBody>
                    <a:bodyPr lIns="54864" rIns="54864" tIns="18288" bIns="18288" wrap="square" anchor="ctr"/>
                    <a:lstStyle/>
                    <a:p>
                      <a:pPr algn="l"/>
                      <a:r>
                        <a:rPr sz="700" b="0">
                          <a:solidFill>
                            <a:srgbClr val="000000"/>
                          </a:solidFill>
                          <a:latin typeface="Calibri"/>
                        </a:rPr>
                        <a:t>16.30</a:t>
                      </a:r>
                    </a:p>
                  </a:txBody>
                  <a:tcPr/>
                </a:tc>
                <a:tc>
                  <a:txBody>
                    <a:bodyPr lIns="54864" rIns="54864" tIns="18288" bIns="18288" wrap="square" anchor="ctr"/>
                    <a:lstStyle/>
                    <a:p>
                      <a:pPr algn="l"/>
                      <a:r>
                        <a:rPr sz="700" b="0">
                          <a:solidFill>
                            <a:srgbClr val="000000"/>
                          </a:solidFill>
                          <a:latin typeface="Calibri"/>
                        </a:rPr>
                        <a:t>0.0876</a:t>
                      </a:r>
                    </a:p>
                  </a:txBody>
                  <a:tcPr/>
                </a:tc>
                <a:tc>
                  <a:txBody>
                    <a:bodyPr lIns="54864" rIns="54864" tIns="18288" bIns="18288" wrap="square" anchor="ctr"/>
                    <a:lstStyle/>
                    <a:p>
                      <a:pPr algn="l"/>
                      <a:r>
                        <a:rPr sz="700" b="0">
                          <a:solidFill>
                            <a:srgbClr val="000000"/>
                          </a:solidFill>
                          <a:latin typeface="Calibri"/>
                        </a:rPr>
                        <a:t>0.0883</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-0.84</a:t>
                      </a:r>
                    </a:p>
                  </a:txBody>
                  <a:tcPr/>
                </a:tc>
              </a:tr>
              <a:tr h="137159">
                <a:tc>
                  <a:txBody>
                    <a:bodyPr lIns="54864" rIns="54864" tIns="18288" bIns="18288" wrap="square" anchor="ctr"/>
                    <a:lstStyle/>
                    <a:p>
                      <a:pPr algn="l"/>
                      <a:r>
                        <a:rPr sz="700" b="0">
                          <a:solidFill>
                            <a:srgbClr val="000000"/>
                          </a:solidFill>
                          <a:latin typeface="Calibri"/>
                        </a:rPr>
                        <a:t>16.35</a:t>
                      </a:r>
                    </a:p>
                  </a:txBody>
                  <a:tcPr/>
                </a:tc>
                <a:tc>
                  <a:txBody>
                    <a:bodyPr lIns="54864" rIns="54864" tIns="18288" bIns="18288" wrap="square" anchor="ctr"/>
                    <a:lstStyle/>
                    <a:p>
                      <a:pPr algn="l"/>
                      <a:r>
                        <a:rPr sz="700" b="0">
                          <a:solidFill>
                            <a:srgbClr val="000000"/>
                          </a:solidFill>
                          <a:latin typeface="Calibri"/>
                        </a:rPr>
                        <a:t>0.0905</a:t>
                      </a:r>
                    </a:p>
                  </a:txBody>
                  <a:tcPr/>
                </a:tc>
                <a:tc>
                  <a:txBody>
                    <a:bodyPr lIns="54864" rIns="54864" tIns="18288" bIns="18288" wrap="square" anchor="ctr"/>
                    <a:lstStyle/>
                    <a:p>
                      <a:pPr algn="l"/>
                      <a:r>
                        <a:rPr sz="700" b="0">
                          <a:solidFill>
                            <a:srgbClr val="000000"/>
                          </a:solidFill>
                          <a:latin typeface="Calibri"/>
                        </a:rPr>
                        <a:t>0.0921</a:t>
                      </a:r>
                    </a:p>
                  </a:txBody>
                  <a:tcPr/>
                </a:tc>
                <a:tc>
                  <a:txBody>
                    <a:bodyPr lIns="54864" rIns="54864" tIns="18288" bIns="18288" wrap="square" anchor="ctr"/>
                    <a:lstStyle/>
                    <a:p>
                      <a:pPr algn="l"/>
                      <a:r>
                        <a:rPr sz="700" b="0">
                          <a:solidFill>
                            <a:srgbClr val="000000"/>
                          </a:solidFill>
                          <a:latin typeface="Calibri"/>
                        </a:rPr>
                        <a:t>-16</a:t>
                      </a:r>
                    </a:p>
                  </a:txBody>
                  <a:tcPr/>
                </a:tc>
                <a:tc>
                  <a:txBody>
                    <a:bodyPr lIns="54864" rIns="54864" tIns="18288" bIns="18288" wrap="square" anchor="ctr"/>
                    <a:lstStyle/>
                    <a:p>
                      <a:pPr algn="l"/>
                      <a:r>
                        <a:rPr sz="700" b="0">
                          <a:solidFill>
                            <a:srgbClr val="000000"/>
                          </a:solidFill>
                          <a:latin typeface="Calibri"/>
                        </a:rPr>
                        <a:t>-1.69</a:t>
                      </a:r>
                    </a:p>
                  </a:txBody>
                  <a:tcPr/>
                </a:tc>
              </a:tr>
              <a:tr h="137159">
                <a:tc>
                  <a:txBody>
                    <a:bodyPr lIns="54864" rIns="54864" tIns="18288" bIns="18288" wrap="square" anchor="ctr"/>
                    <a:lstStyle/>
                    <a:p>
                      <a:pPr algn="l"/>
                      <a:r>
                        <a:rPr sz="700" b="0">
                          <a:solidFill>
                            <a:srgbClr val="000000"/>
                          </a:solidFill>
                          <a:latin typeface="Calibri"/>
                        </a:rPr>
                        <a:t>16.40</a:t>
                      </a:r>
                    </a:p>
                  </a:txBody>
                  <a:tcPr/>
                </a:tc>
                <a:tc>
                  <a:txBody>
                    <a:bodyPr lIns="54864" rIns="54864" tIns="18288" bIns="18288" wrap="square" anchor="ctr"/>
                    <a:lstStyle/>
                    <a:p>
                      <a:pPr algn="l"/>
                      <a:r>
                        <a:rPr sz="700" b="0">
                          <a:solidFill>
                            <a:srgbClr val="000000"/>
                          </a:solidFill>
                          <a:latin typeface="Calibri"/>
                        </a:rPr>
                        <a:t>0.0963</a:t>
                      </a:r>
                    </a:p>
                  </a:txBody>
                  <a:tcPr/>
                </a:tc>
                <a:tc>
                  <a:txBody>
                    <a:bodyPr lIns="54864" rIns="54864" tIns="18288" bIns="18288" wrap="square" anchor="ctr"/>
                    <a:lstStyle/>
                    <a:p>
                      <a:pPr algn="l"/>
                      <a:r>
                        <a:rPr sz="700" b="0">
                          <a:solidFill>
                            <a:srgbClr val="000000"/>
                          </a:solidFill>
                          <a:latin typeface="Calibri"/>
                        </a:rPr>
                        <a:t>0.0963</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-0.08</a:t>
                      </a:r>
                    </a:p>
                  </a:txBody>
                  <a:tcPr/>
                </a:tc>
              </a:tr>
              <a:tr h="137159">
                <a:tc>
                  <a:txBody>
                    <a:bodyPr lIns="54864" rIns="54864" tIns="18288" bIns="18288" wrap="square" anchor="ctr"/>
                    <a:lstStyle/>
                    <a:p>
                      <a:pPr algn="l"/>
                      <a:r>
                        <a:rPr sz="700" b="0">
                          <a:solidFill>
                            <a:srgbClr val="000000"/>
                          </a:solidFill>
                          <a:latin typeface="Calibri"/>
                        </a:rPr>
                        <a:t>16.45</a:t>
                      </a:r>
                    </a:p>
                  </a:txBody>
                  <a:tcPr/>
                </a:tc>
                <a:tc>
                  <a:txBody>
                    <a:bodyPr lIns="54864" rIns="54864" tIns="18288" bIns="18288" wrap="square" anchor="ctr"/>
                    <a:lstStyle/>
                    <a:p>
                      <a:pPr algn="l"/>
                      <a:r>
                        <a:rPr sz="700" b="0">
                          <a:solidFill>
                            <a:srgbClr val="000000"/>
                          </a:solidFill>
                          <a:latin typeface="Calibri"/>
                        </a:rPr>
                        <a:t>0.0994</a:t>
                      </a:r>
                    </a:p>
                  </a:txBody>
                  <a:tcPr/>
                </a:tc>
                <a:tc>
                  <a:txBody>
                    <a:bodyPr lIns="54864" rIns="54864" tIns="18288" bIns="18288" wrap="square" anchor="ctr"/>
                    <a:lstStyle/>
                    <a:p>
                      <a:pPr algn="l"/>
                      <a:r>
                        <a:rPr sz="700" b="0">
                          <a:solidFill>
                            <a:srgbClr val="000000"/>
                          </a:solidFill>
                          <a:latin typeface="Calibri"/>
                        </a:rPr>
                        <a:t>0.0999</a:t>
                      </a:r>
                    </a:p>
                  </a:txBody>
                  <a:tcPr/>
                </a:tc>
                <a:tc>
                  <a:txBody>
                    <a:bodyPr lIns="54864" rIns="54864" tIns="18288" bIns="18288" wrap="square" anchor="ctr"/>
                    <a:lstStyle/>
                    <a:p>
                      <a:pPr algn="l"/>
                      <a:r>
                        <a:rPr sz="700" b="0">
                          <a:solidFill>
                            <a:srgbClr val="000000"/>
                          </a:solidFill>
                          <a:latin typeface="Calibri"/>
                        </a:rPr>
                        <a:t>-6</a:t>
                      </a:r>
                    </a:p>
                  </a:txBody>
                  <a:tcPr/>
                </a:tc>
                <a:tc>
                  <a:txBody>
                    <a:bodyPr lIns="54864" rIns="54864" tIns="18288" bIns="18288" wrap="square" anchor="ctr"/>
                    <a:lstStyle/>
                    <a:p>
                      <a:pPr algn="l"/>
                      <a:r>
                        <a:rPr sz="700" b="0">
                          <a:solidFill>
                            <a:srgbClr val="000000"/>
                          </a:solidFill>
                          <a:latin typeface="Calibri"/>
                        </a:rPr>
                        <a:t>-0.59</a:t>
                      </a:r>
                    </a:p>
                  </a:txBody>
                  <a:tcPr/>
                </a:tc>
              </a:tr>
              <a:tr h="137159">
                <a:tc>
                  <a:txBody>
                    <a:bodyPr lIns="54864" rIns="54864" tIns="18288" bIns="18288" wrap="square" anchor="ctr"/>
                    <a:lstStyle/>
                    <a:p>
                      <a:pPr algn="l"/>
                      <a:r>
                        <a:rPr sz="700" b="0">
                          <a:solidFill>
                            <a:srgbClr val="000000"/>
                          </a:solidFill>
                          <a:latin typeface="Calibri"/>
                        </a:rPr>
                        <a:t>16.50</a:t>
                      </a:r>
                    </a:p>
                  </a:txBody>
                  <a:tcPr/>
                </a:tc>
                <a:tc>
                  <a:txBody>
                    <a:bodyPr lIns="54864" rIns="54864" tIns="18288" bIns="18288" wrap="square" anchor="ctr"/>
                    <a:lstStyle/>
                    <a:p>
                      <a:pPr algn="l"/>
                      <a:r>
                        <a:rPr sz="700" b="0">
                          <a:solidFill>
                            <a:srgbClr val="000000"/>
                          </a:solidFill>
                          <a:latin typeface="Calibri"/>
                        </a:rPr>
                        <a:t>0.1037</a:t>
                      </a:r>
                    </a:p>
                  </a:txBody>
                  <a:tcPr/>
                </a:tc>
                <a:tc>
                  <a:txBody>
                    <a:bodyPr lIns="54864" rIns="54864" tIns="18288" bIns="18288" wrap="square" anchor="ctr"/>
                    <a:lstStyle/>
                    <a:p>
                      <a:pPr algn="l"/>
                      <a:r>
                        <a:rPr sz="700" b="0">
                          <a:solidFill>
                            <a:srgbClr val="000000"/>
                          </a:solidFill>
                          <a:latin typeface="Calibri"/>
                        </a:rPr>
                        <a:t>0.1035</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+0.21</a:t>
                      </a:r>
                    </a:p>
                  </a:txBody>
                  <a:tcPr/>
                </a:tc>
              </a:tr>
              <a:tr h="137159">
                <a:tc>
                  <a:txBody>
                    <a:bodyPr lIns="54864" rIns="54864" tIns="18288" bIns="18288" wrap="square" anchor="ctr"/>
                    <a:lstStyle/>
                    <a:p>
                      <a:pPr algn="l"/>
                      <a:r>
                        <a:rPr sz="700" b="0">
                          <a:solidFill>
                            <a:srgbClr val="000000"/>
                          </a:solidFill>
                          <a:latin typeface="Calibri"/>
                        </a:rPr>
                        <a:t>16.55</a:t>
                      </a:r>
                    </a:p>
                  </a:txBody>
                  <a:tcPr/>
                </a:tc>
                <a:tc>
                  <a:txBody>
                    <a:bodyPr lIns="54864" rIns="54864" tIns="18288" bIns="18288" wrap="square" anchor="ctr"/>
                    <a:lstStyle/>
                    <a:p>
                      <a:pPr algn="l"/>
                      <a:r>
                        <a:rPr sz="700" b="0">
                          <a:solidFill>
                            <a:srgbClr val="000000"/>
                          </a:solidFill>
                          <a:latin typeface="Calibri"/>
                        </a:rPr>
                        <a:t>0.1068</a:t>
                      </a:r>
                    </a:p>
                  </a:txBody>
                  <a:tcPr/>
                </a:tc>
                <a:tc>
                  <a:txBody>
                    <a:bodyPr lIns="54864" rIns="54864" tIns="18288" bIns="18288" wrap="square" anchor="ctr"/>
                    <a:lstStyle/>
                    <a:p>
                      <a:pPr algn="l"/>
                      <a:r>
                        <a:rPr sz="700" b="0">
                          <a:solidFill>
                            <a:srgbClr val="000000"/>
                          </a:solidFill>
                          <a:latin typeface="Calibri"/>
                        </a:rPr>
                        <a:t>0.1074</a:t>
                      </a:r>
                    </a:p>
                  </a:txBody>
                  <a:tcPr/>
                </a:tc>
                <a:tc>
                  <a:txBody>
                    <a:bodyPr lIns="54864" rIns="54864" tIns="18288" bIns="18288" wrap="square" anchor="ctr"/>
                    <a:lstStyle/>
                    <a:p>
                      <a:pPr algn="l"/>
                      <a:r>
                        <a:rPr sz="700" b="0">
                          <a:solidFill>
                            <a:srgbClr val="000000"/>
                          </a:solidFill>
                          <a:latin typeface="Calibri"/>
                        </a:rPr>
                        <a:t>-6</a:t>
                      </a:r>
                    </a:p>
                  </a:txBody>
                  <a:tcPr/>
                </a:tc>
                <a:tc>
                  <a:txBody>
                    <a:bodyPr lIns="54864" rIns="54864" tIns="18288" bIns="18288" wrap="square" anchor="ctr"/>
                    <a:lstStyle/>
                    <a:p>
                      <a:pPr algn="l"/>
                      <a:r>
                        <a:rPr sz="700" b="0">
                          <a:solidFill>
                            <a:srgbClr val="000000"/>
                          </a:solidFill>
                          <a:latin typeface="Calibri"/>
                        </a:rPr>
                        <a:t>-0.57</a:t>
                      </a:r>
                    </a:p>
                  </a:txBody>
                  <a:tcPr/>
                </a:tc>
              </a:tr>
              <a:tr h="137159">
                <a:tc>
                  <a:txBody>
                    <a:bodyPr lIns="54864" rIns="54864" tIns="18288" bIns="18288" wrap="square" anchor="ctr"/>
                    <a:lstStyle/>
                    <a:p>
                      <a:pPr algn="l"/>
                      <a:r>
                        <a:rPr sz="700" b="0">
                          <a:solidFill>
                            <a:srgbClr val="000000"/>
                          </a:solidFill>
                          <a:latin typeface="Calibri"/>
                        </a:rPr>
                        <a:t>16.60</a:t>
                      </a:r>
                    </a:p>
                  </a:txBody>
                  <a:tcPr/>
                </a:tc>
                <a:tc>
                  <a:txBody>
                    <a:bodyPr lIns="54864" rIns="54864" tIns="18288" bIns="18288" wrap="square" anchor="ctr"/>
                    <a:lstStyle/>
                    <a:p>
                      <a:pPr algn="l"/>
                      <a:r>
                        <a:rPr sz="700" b="0">
                          <a:solidFill>
                            <a:srgbClr val="000000"/>
                          </a:solidFill>
                          <a:latin typeface="Calibri"/>
                        </a:rPr>
                        <a:t>0.1099</a:t>
                      </a:r>
                    </a:p>
                  </a:txBody>
                  <a:tcPr/>
                </a:tc>
                <a:tc>
                  <a:txBody>
                    <a:bodyPr lIns="54864" rIns="54864" tIns="18288" bIns="18288" wrap="square" anchor="ctr"/>
                    <a:lstStyle/>
                    <a:p>
                      <a:pPr algn="l"/>
                      <a:r>
                        <a:rPr sz="700" b="0">
                          <a:solidFill>
                            <a:srgbClr val="000000"/>
                          </a:solidFill>
                          <a:latin typeface="Calibri"/>
                        </a:rPr>
                        <a:t>0.1109</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-0.88</a:t>
                      </a:r>
                    </a:p>
                  </a:txBody>
                  <a:tcPr/>
                </a:tc>
              </a:tr>
              <a:tr h="137159">
                <a:tc>
                  <a:txBody>
                    <a:bodyPr lIns="54864" rIns="54864" tIns="18288" bIns="18288" wrap="square" anchor="ctr"/>
                    <a:lstStyle/>
                    <a:p>
                      <a:pPr algn="l"/>
                      <a:r>
                        <a:rPr sz="700" b="0">
                          <a:solidFill>
                            <a:srgbClr val="000000"/>
                          </a:solidFill>
                          <a:latin typeface="Calibri"/>
                        </a:rPr>
                        <a:t>16.65</a:t>
                      </a:r>
                    </a:p>
                  </a:txBody>
                  <a:tcPr/>
                </a:tc>
                <a:tc>
                  <a:txBody>
                    <a:bodyPr lIns="54864" rIns="54864" tIns="18288" bIns="18288" wrap="square" anchor="ctr"/>
                    <a:lstStyle/>
                    <a:p>
                      <a:pPr algn="l"/>
                      <a:r>
                        <a:rPr sz="700" b="0">
                          <a:solidFill>
                            <a:srgbClr val="000000"/>
                          </a:solidFill>
                          <a:latin typeface="Calibri"/>
                        </a:rPr>
                        <a:t>0.1140</a:t>
                      </a:r>
                    </a:p>
                  </a:txBody>
                  <a:tcPr/>
                </a:tc>
                <a:tc>
                  <a:txBody>
                    <a:bodyPr lIns="54864" rIns="54864" tIns="18288" bIns="18288" wrap="square" anchor="ctr"/>
                    <a:lstStyle/>
                    <a:p>
                      <a:pPr algn="l"/>
                      <a:r>
                        <a:rPr sz="700" b="0">
                          <a:solidFill>
                            <a:srgbClr val="000000"/>
                          </a:solidFill>
                          <a:latin typeface="Calibri"/>
                        </a:rPr>
                        <a:t>0.1150</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-0.89</a:t>
                      </a:r>
                    </a:p>
                  </a:txBody>
                  <a:tcPr/>
                </a:tc>
              </a:tr>
              <a:tr h="137159">
                <a:tc>
                  <a:txBody>
                    <a:bodyPr lIns="54864" rIns="54864" tIns="18288" bIns="18288" wrap="square" anchor="ctr"/>
                    <a:lstStyle/>
                    <a:p>
                      <a:pPr algn="l"/>
                      <a:r>
                        <a:rPr sz="700" b="0">
                          <a:solidFill>
                            <a:srgbClr val="000000"/>
                          </a:solidFill>
                          <a:latin typeface="Calibri"/>
                        </a:rPr>
                        <a:t>16.70</a:t>
                      </a:r>
                    </a:p>
                  </a:txBody>
                  <a:tcPr/>
                </a:tc>
                <a:tc>
                  <a:txBody>
                    <a:bodyPr lIns="54864" rIns="54864" tIns="18288" bIns="18288" wrap="square" anchor="ctr"/>
                    <a:lstStyle/>
                    <a:p>
                      <a:pPr algn="l"/>
                      <a:r>
                        <a:rPr sz="700" b="0">
                          <a:solidFill>
                            <a:srgbClr val="000000"/>
                          </a:solidFill>
                          <a:latin typeface="Calibri"/>
                        </a:rPr>
                        <a:t>0.1186</a:t>
                      </a:r>
                    </a:p>
                  </a:txBody>
                  <a:tcPr/>
                </a:tc>
                <a:tc>
                  <a:txBody>
                    <a:bodyPr lIns="54864" rIns="54864" tIns="18288" bIns="18288" wrap="square" anchor="ctr"/>
                    <a:lstStyle/>
                    <a:p>
                      <a:pPr algn="l"/>
                      <a:r>
                        <a:rPr sz="700" b="0">
                          <a:solidFill>
                            <a:srgbClr val="000000"/>
                          </a:solidFill>
                          <a:latin typeface="Calibri"/>
                        </a:rPr>
                        <a:t>0.1189</a:t>
                      </a:r>
                    </a:p>
                  </a:txBody>
                  <a:tcPr/>
                </a:tc>
                <a:tc>
                  <a:txBody>
                    <a:bodyPr lIns="54864" rIns="54864" tIns="18288" bIns="18288" wrap="square" anchor="ctr"/>
                    <a:lstStyle/>
                    <a:p>
                      <a:pPr algn="l"/>
                      <a:r>
                        <a:rPr sz="700" b="0">
                          <a:solidFill>
                            <a:srgbClr val="000000"/>
                          </a:solidFill>
                          <a:latin typeface="Calibri"/>
                        </a:rPr>
                        <a:t>-3</a:t>
                      </a:r>
                    </a:p>
                  </a:txBody>
                  <a:tcPr/>
                </a:tc>
                <a:tc>
                  <a:txBody>
                    <a:bodyPr lIns="54864" rIns="54864" tIns="18288" bIns="18288" wrap="square" anchor="ctr"/>
                    <a:lstStyle/>
                    <a:p>
                      <a:pPr algn="l"/>
                      <a:r>
                        <a:rPr sz="700" b="0">
                          <a:solidFill>
                            <a:srgbClr val="000000"/>
                          </a:solidFill>
                          <a:latin typeface="Calibri"/>
                        </a:rPr>
                        <a:t>-0.23</a:t>
                      </a:r>
                    </a:p>
                  </a:txBody>
                  <a:tcPr/>
                </a:tc>
              </a:tr>
              <a:tr h="137159">
                <a:tc>
                  <a:txBody>
                    <a:bodyPr lIns="54864" rIns="54864" tIns="18288" bIns="18288" wrap="square" anchor="ctr"/>
                    <a:lstStyle/>
                    <a:p>
                      <a:pPr algn="l"/>
                      <a:r>
                        <a:rPr sz="700" b="0">
                          <a:solidFill>
                            <a:srgbClr val="000000"/>
                          </a:solidFill>
                          <a:latin typeface="Calibri"/>
                        </a:rPr>
                        <a:t>16.75</a:t>
                      </a:r>
                    </a:p>
                  </a:txBody>
                  <a:tcPr/>
                </a:tc>
                <a:tc>
                  <a:txBody>
                    <a:bodyPr lIns="54864" rIns="54864" tIns="18288" bIns="18288" wrap="square" anchor="ctr"/>
                    <a:lstStyle/>
                    <a:p>
                      <a:pPr algn="l"/>
                      <a:r>
                        <a:rPr sz="700" b="0">
                          <a:solidFill>
                            <a:srgbClr val="000000"/>
                          </a:solidFill>
                          <a:latin typeface="Calibri"/>
                        </a:rPr>
                        <a:t>0.1216</a:t>
                      </a:r>
                    </a:p>
                  </a:txBody>
                  <a:tcPr/>
                </a:tc>
                <a:tc>
                  <a:txBody>
                    <a:bodyPr lIns="54864" rIns="54864" tIns="18288" bIns="18288" wrap="square" anchor="ctr"/>
                    <a:lstStyle/>
                    <a:p>
                      <a:pPr algn="l"/>
                      <a:r>
                        <a:rPr sz="700" b="0">
                          <a:solidFill>
                            <a:srgbClr val="000000"/>
                          </a:solidFill>
                          <a:latin typeface="Calibri"/>
                        </a:rPr>
                        <a:t>0.1226</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-0.84</a:t>
                      </a:r>
                    </a:p>
                  </a:txBody>
                  <a:tcPr/>
                </a:tc>
              </a:tr>
              <a:tr h="137159">
                <a:tc>
                  <a:txBody>
                    <a:bodyPr lIns="54864" rIns="54864" tIns="18288" bIns="18288" wrap="square" anchor="ctr"/>
                    <a:lstStyle/>
                    <a:p>
                      <a:pPr algn="l"/>
                      <a:r>
                        <a:rPr sz="700" b="0">
                          <a:solidFill>
                            <a:srgbClr val="000000"/>
                          </a:solidFill>
                          <a:latin typeface="Calibri"/>
                        </a:rPr>
                        <a:t>16.80</a:t>
                      </a:r>
                    </a:p>
                  </a:txBody>
                  <a:tcPr/>
                </a:tc>
                <a:tc>
                  <a:txBody>
                    <a:bodyPr lIns="54864" rIns="54864" tIns="18288" bIns="18288" wrap="square" anchor="ctr"/>
                    <a:lstStyle/>
                    <a:p>
                      <a:pPr algn="l"/>
                      <a:r>
                        <a:rPr sz="700" b="0">
                          <a:solidFill>
                            <a:srgbClr val="000000"/>
                          </a:solidFill>
                          <a:latin typeface="Calibri"/>
                        </a:rPr>
                        <a:t>0.1253</a:t>
                      </a:r>
                    </a:p>
                  </a:txBody>
                  <a:tcPr/>
                </a:tc>
                <a:tc>
                  <a:txBody>
                    <a:bodyPr lIns="54864" rIns="54864" tIns="18288" bIns="18288" wrap="square" anchor="ctr"/>
                    <a:lstStyle/>
                    <a:p>
                      <a:pPr algn="l"/>
                      <a:r>
                        <a:rPr sz="700" b="0">
                          <a:solidFill>
                            <a:srgbClr val="000000"/>
                          </a:solidFill>
                          <a:latin typeface="Calibri"/>
                        </a:rPr>
                        <a:t>0.1265</a:t>
                      </a:r>
                    </a:p>
                  </a:txBody>
                  <a:tcPr/>
                </a:tc>
                <a:tc>
                  <a:txBody>
                    <a:bodyPr lIns="54864" rIns="54864" tIns="18288" bIns="18288" wrap="square" anchor="ctr"/>
                    <a:lstStyle/>
                    <a:p>
                      <a:pPr algn="l"/>
                      <a:r>
                        <a:rPr sz="700" b="0">
                          <a:solidFill>
                            <a:srgbClr val="000000"/>
                          </a:solidFill>
                          <a:latin typeface="Calibri"/>
                        </a:rPr>
                        <a:t>-13</a:t>
                      </a:r>
                    </a:p>
                  </a:txBody>
                  <a:tcPr/>
                </a:tc>
                <a:tc>
                  <a:txBody>
                    <a:bodyPr lIns="54864" rIns="54864" tIns="18288" bIns="18288" wrap="square" anchor="ctr"/>
                    <a:lstStyle/>
                    <a:p>
                      <a:pPr algn="l"/>
                      <a:r>
                        <a:rPr sz="700" b="0">
                          <a:solidFill>
                            <a:srgbClr val="000000"/>
                          </a:solidFill>
                          <a:latin typeface="Calibri"/>
                        </a:rPr>
                        <a:t>-1.00</a:t>
                      </a:r>
                    </a:p>
                  </a:txBody>
                  <a:tcPr/>
                </a:tc>
              </a:tr>
              <a:tr h="137159">
                <a:tc>
                  <a:txBody>
                    <a:bodyPr lIns="54864" rIns="54864" tIns="18288" bIns="18288" wrap="square" anchor="ctr"/>
                    <a:lstStyle/>
                    <a:p>
                      <a:pPr algn="l"/>
                      <a:r>
                        <a:rPr sz="700" b="0">
                          <a:solidFill>
                            <a:srgbClr val="000000"/>
                          </a:solidFill>
                          <a:latin typeface="Calibri"/>
                        </a:rPr>
                        <a:t>16.85</a:t>
                      </a:r>
                    </a:p>
                  </a:txBody>
                  <a:tcPr/>
                </a:tc>
                <a:tc>
                  <a:txBody>
                    <a:bodyPr lIns="54864" rIns="54864" tIns="18288" bIns="18288" wrap="square" anchor="ctr"/>
                    <a:lstStyle/>
                    <a:p>
                      <a:pPr algn="l"/>
                      <a:r>
                        <a:rPr sz="700" b="0">
                          <a:solidFill>
                            <a:srgbClr val="000000"/>
                          </a:solidFill>
                          <a:latin typeface="Calibri"/>
                        </a:rPr>
                        <a:t>0.1294</a:t>
                      </a:r>
                    </a:p>
                  </a:txBody>
                  <a:tcPr/>
                </a:tc>
                <a:tc>
                  <a:txBody>
                    <a:bodyPr lIns="54864" rIns="54864" tIns="18288" bIns="18288" wrap="square" anchor="ctr"/>
                    <a:lstStyle/>
                    <a:p>
                      <a:pPr algn="l"/>
                      <a:r>
                        <a:rPr sz="700" b="0">
                          <a:solidFill>
                            <a:srgbClr val="000000"/>
                          </a:solidFill>
                          <a:latin typeface="Calibri"/>
                        </a:rPr>
                        <a:t>0.1303</a:t>
                      </a:r>
                    </a:p>
                  </a:txBody>
                  <a:tcPr/>
                </a:tc>
                <a:tc>
                  <a:txBody>
                    <a:bodyPr lIns="54864" rIns="54864" tIns="18288" bIns="18288" wrap="square" anchor="ctr"/>
                    <a:lstStyle/>
                    <a:p>
                      <a:pPr algn="l"/>
                      <a:r>
                        <a:rPr sz="700" b="0">
                          <a:solidFill>
                            <a:srgbClr val="000000"/>
                          </a:solidFill>
                          <a:latin typeface="Calibri"/>
                        </a:rPr>
                        <a:t>-8</a:t>
                      </a:r>
                    </a:p>
                  </a:txBody>
                  <a:tcPr/>
                </a:tc>
                <a:tc>
                  <a:txBody>
                    <a:bodyPr lIns="54864" rIns="54864" tIns="18288" bIns="18288" wrap="square" anchor="ctr"/>
                    <a:lstStyle/>
                    <a:p>
                      <a:pPr algn="l"/>
                      <a:r>
                        <a:rPr sz="700" b="0">
                          <a:solidFill>
                            <a:srgbClr val="000000"/>
                          </a:solidFill>
                          <a:latin typeface="Calibri"/>
                        </a:rPr>
                        <a:t>-0.65</a:t>
                      </a:r>
                    </a:p>
                  </a:txBody>
                  <a:tcPr/>
                </a:tc>
              </a:tr>
              <a:tr h="137159">
                <a:tc>
                  <a:txBody>
                    <a:bodyPr lIns="54864" rIns="54864" tIns="18288" bIns="18288" wrap="square" anchor="ctr"/>
                    <a:lstStyle/>
                    <a:p>
                      <a:pPr algn="l"/>
                      <a:r>
                        <a:rPr sz="700" b="0">
                          <a:solidFill>
                            <a:srgbClr val="000000"/>
                          </a:solidFill>
                          <a:latin typeface="Calibri"/>
                        </a:rPr>
                        <a:t>16.90</a:t>
                      </a:r>
                    </a:p>
                  </a:txBody>
                  <a:tcPr/>
                </a:tc>
                <a:tc>
                  <a:txBody>
                    <a:bodyPr lIns="54864" rIns="54864" tIns="18288" bIns="18288" wrap="square" anchor="ctr"/>
                    <a:lstStyle/>
                    <a:p>
                      <a:pPr algn="l"/>
                      <a:r>
                        <a:rPr sz="700" b="0">
                          <a:solidFill>
                            <a:srgbClr val="000000"/>
                          </a:solidFill>
                          <a:latin typeface="Calibri"/>
                        </a:rPr>
                        <a:t>0.1334</a:t>
                      </a:r>
                    </a:p>
                  </a:txBody>
                  <a:tcPr/>
                </a:tc>
                <a:tc>
                  <a:txBody>
                    <a:bodyPr lIns="54864" rIns="54864" tIns="18288" bIns="18288" wrap="square" anchor="ctr"/>
                    <a:lstStyle/>
                    <a:p>
                      <a:pPr algn="l"/>
                      <a:r>
                        <a:rPr sz="700" b="0">
                          <a:solidFill>
                            <a:srgbClr val="000000"/>
                          </a:solidFill>
                          <a:latin typeface="Calibri"/>
                        </a:rPr>
                        <a:t>0.1338</a:t>
                      </a:r>
                    </a:p>
                  </a:txBody>
                  <a:tcPr/>
                </a:tc>
                <a:tc>
                  <a:txBody>
                    <a:bodyPr lIns="54864" rIns="54864" tIns="18288" bIns="18288" wrap="square" anchor="ctr"/>
                    <a:lstStyle/>
                    <a:p>
                      <a:pPr algn="l"/>
                      <a:r>
                        <a:rPr sz="700" b="0">
                          <a:solidFill>
                            <a:srgbClr val="000000"/>
                          </a:solidFill>
                          <a:latin typeface="Calibri"/>
                        </a:rPr>
                        <a:t>-5</a:t>
                      </a:r>
                    </a:p>
                  </a:txBody>
                  <a:tcPr/>
                </a:tc>
                <a:tc>
                  <a:txBody>
                    <a:bodyPr lIns="54864" rIns="54864" tIns="18288" bIns="18288" wrap="square" anchor="ctr"/>
                    <a:lstStyle/>
                    <a:p>
                      <a:pPr algn="l"/>
                      <a:r>
                        <a:rPr sz="700" b="0">
                          <a:solidFill>
                            <a:srgbClr val="000000"/>
                          </a:solidFill>
                          <a:latin typeface="Calibri"/>
                        </a:rPr>
                        <a:t>-0.35</a:t>
                      </a:r>
                    </a:p>
                  </a:txBody>
                  <a:tcPr/>
                </a:tc>
              </a:tr>
              <a:tr h="137159">
                <a:tc>
                  <a:txBody>
                    <a:bodyPr lIns="54864" rIns="54864" tIns="18288" bIns="18288" wrap="square" anchor="ctr"/>
                    <a:lstStyle/>
                    <a:p>
                      <a:pPr algn="l"/>
                      <a:r>
                        <a:rPr sz="700" b="0">
                          <a:solidFill>
                            <a:srgbClr val="000000"/>
                          </a:solidFill>
                          <a:latin typeface="Calibri"/>
                        </a:rPr>
                        <a:t>16.95</a:t>
                      </a:r>
                    </a:p>
                  </a:txBody>
                  <a:tcPr/>
                </a:tc>
                <a:tc>
                  <a:txBody>
                    <a:bodyPr lIns="54864" rIns="54864" tIns="18288" bIns="18288" wrap="square" anchor="ctr"/>
                    <a:lstStyle/>
                    <a:p>
                      <a:pPr algn="l"/>
                      <a:r>
                        <a:rPr sz="700" b="0">
                          <a:solidFill>
                            <a:srgbClr val="000000"/>
                          </a:solidFill>
                          <a:latin typeface="Calibri"/>
                        </a:rPr>
                        <a:t>0.1380</a:t>
                      </a:r>
                    </a:p>
                  </a:txBody>
                  <a:tcPr/>
                </a:tc>
                <a:tc>
                  <a:txBody>
                    <a:bodyPr lIns="54864" rIns="54864" tIns="18288" bIns="18288" wrap="square" anchor="ctr"/>
                    <a:lstStyle/>
                    <a:p>
                      <a:pPr algn="l"/>
                      <a:r>
                        <a:rPr sz="700" b="0">
                          <a:solidFill>
                            <a:srgbClr val="000000"/>
                          </a:solidFill>
                          <a:latin typeface="Calibri"/>
                        </a:rPr>
                        <a:t>0.1393</a:t>
                      </a:r>
                    </a:p>
                  </a:txBody>
                  <a:tcPr/>
                </a:tc>
                <a:tc>
                  <a:txBody>
                    <a:bodyPr lIns="54864" rIns="54864" tIns="18288" bIns="18288" wrap="square" anchor="ctr"/>
                    <a:lstStyle/>
                    <a:p>
                      <a:pPr algn="l"/>
                      <a:r>
                        <a:rPr sz="700" b="0">
                          <a:solidFill>
                            <a:srgbClr val="000000"/>
                          </a:solidFill>
                          <a:latin typeface="Calibri"/>
                        </a:rPr>
                        <a:t>-13</a:t>
                      </a:r>
                    </a:p>
                  </a:txBody>
                  <a:tcPr/>
                </a:tc>
                <a:tc>
                  <a:txBody>
                    <a:bodyPr lIns="54864" rIns="54864" tIns="18288" bIns="18288" wrap="square" anchor="ctr"/>
                    <a:lstStyle/>
                    <a:p>
                      <a:pPr algn="l"/>
                      <a:r>
                        <a:rPr sz="700" b="0">
                          <a:solidFill>
                            <a:srgbClr val="000000"/>
                          </a:solidFill>
                          <a:latin typeface="Calibri"/>
                        </a:rPr>
                        <a:t>-0.92</a:t>
                      </a:r>
                    </a:p>
                  </a:txBody>
                  <a:tcPr/>
                </a:tc>
              </a:tr>
              <a:tr h="137159">
                <a:tc>
                  <a:txBody>
                    <a:bodyPr lIns="54864" rIns="54864" tIns="18288" bIns="18288" wrap="square" anchor="ctr"/>
                    <a:lstStyle/>
                    <a:p>
                      <a:pPr algn="l"/>
                      <a:r>
                        <a:rPr sz="700" b="0">
                          <a:solidFill>
                            <a:srgbClr val="000000"/>
                          </a:solidFill>
                          <a:latin typeface="Calibri"/>
                        </a:rPr>
                        <a:t>17.00</a:t>
                      </a:r>
                    </a:p>
                  </a:txBody>
                  <a:tcPr/>
                </a:tc>
                <a:tc>
                  <a:txBody>
                    <a:bodyPr lIns="54864" rIns="54864" tIns="18288" bIns="18288" wrap="square" anchor="ctr"/>
                    <a:lstStyle/>
                    <a:p>
                      <a:pPr algn="l"/>
                      <a:r>
                        <a:rPr sz="700" b="0">
                          <a:solidFill>
                            <a:srgbClr val="000000"/>
                          </a:solidFill>
                          <a:latin typeface="Calibri"/>
                        </a:rPr>
                        <a:t>0.1414</a:t>
                      </a:r>
                    </a:p>
                  </a:txBody>
                  <a:tcPr/>
                </a:tc>
                <a:tc>
                  <a:txBody>
                    <a:bodyPr lIns="54864" rIns="54864" tIns="18288" bIns="18288" wrap="square" anchor="ctr"/>
                    <a:lstStyle/>
                    <a:p>
                      <a:pPr algn="l"/>
                      <a:r>
                        <a:rPr sz="700" b="0">
                          <a:solidFill>
                            <a:srgbClr val="000000"/>
                          </a:solidFill>
                          <a:latin typeface="Calibri"/>
                        </a:rPr>
                        <a:t>0.1417</a:t>
                      </a:r>
                    </a:p>
                  </a:txBody>
                  <a:tcPr/>
                </a:tc>
                <a:tc>
                  <a:txBody>
                    <a:bodyPr lIns="54864" rIns="54864" tIns="18288" bIns="18288" wrap="square" anchor="ctr"/>
                    <a:lstStyle/>
                    <a:p>
                      <a:pPr algn="l"/>
                      <a:r>
                        <a:rPr sz="700" b="0">
                          <a:solidFill>
                            <a:srgbClr val="000000"/>
                          </a:solidFill>
                          <a:latin typeface="Calibri"/>
                        </a:rPr>
                        <a:t>-4</a:t>
                      </a:r>
                    </a:p>
                  </a:txBody>
                  <a:tcPr/>
                </a:tc>
                <a:tc>
                  <a:txBody>
                    <a:bodyPr lIns="54864" rIns="54864" tIns="18288" bIns="18288" wrap="square" anchor="ctr"/>
                    <a:lstStyle/>
                    <a:p>
                      <a:pPr algn="l"/>
                      <a:r>
                        <a:rPr sz="700" b="0">
                          <a:solidFill>
                            <a:srgbClr val="000000"/>
                          </a:solidFill>
                          <a:latin typeface="Calibri"/>
                        </a:rPr>
                        <a:t>-0.28</a:t>
                      </a:r>
                    </a:p>
                  </a:txBody>
                  <a:tcPr/>
                </a:tc>
              </a:tr>
              <a:tr h="137159">
                <a:tc>
                  <a:txBody>
                    <a:bodyPr lIns="54864" rIns="54864" tIns="18288" bIns="18288" wrap="square" anchor="ctr"/>
                    <a:lstStyle/>
                    <a:p>
                      <a:pPr algn="l"/>
                      <a:r>
                        <a:rPr sz="700" b="0">
                          <a:solidFill>
                            <a:srgbClr val="000000"/>
                          </a:solidFill>
                          <a:latin typeface="Calibri"/>
                        </a:rPr>
                        <a:t>17.05</a:t>
                      </a:r>
                    </a:p>
                  </a:txBody>
                  <a:tcPr/>
                </a:tc>
                <a:tc>
                  <a:txBody>
                    <a:bodyPr lIns="54864" rIns="54864" tIns="18288" bIns="18288" wrap="square" anchor="ctr"/>
                    <a:lstStyle/>
                    <a:p>
                      <a:pPr algn="l"/>
                      <a:r>
                        <a:rPr sz="700" b="0">
                          <a:solidFill>
                            <a:srgbClr val="000000"/>
                          </a:solidFill>
                          <a:latin typeface="Calibri"/>
                        </a:rPr>
                        <a:t>0.1444</a:t>
                      </a:r>
                    </a:p>
                  </a:txBody>
                  <a:tcPr/>
                </a:tc>
                <a:tc>
                  <a:txBody>
                    <a:bodyPr lIns="54864" rIns="54864" tIns="18288" bIns="18288" wrap="square" anchor="ctr"/>
                    <a:lstStyle/>
                    <a:p>
                      <a:pPr algn="l"/>
                      <a:r>
                        <a:rPr sz="700" b="0">
                          <a:solidFill>
                            <a:srgbClr val="000000"/>
                          </a:solidFill>
                          <a:latin typeface="Calibri"/>
                        </a:rPr>
                        <a:t>0.1451</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-0.49</a:t>
                      </a:r>
                    </a:p>
                  </a:txBody>
                  <a:tcPr/>
                </a:tc>
              </a:tr>
              <a:tr h="137159">
                <a:tc>
                  <a:txBody>
                    <a:bodyPr lIns="54864" rIns="54864" tIns="18288" bIns="18288" wrap="square" anchor="ctr"/>
                    <a:lstStyle/>
                    <a:p>
                      <a:pPr algn="l"/>
                      <a:r>
                        <a:rPr sz="700" b="0">
                          <a:solidFill>
                            <a:srgbClr val="000000"/>
                          </a:solidFill>
                          <a:latin typeface="Calibri"/>
                        </a:rPr>
                        <a:t>17.10</a:t>
                      </a:r>
                    </a:p>
                  </a:txBody>
                  <a:tcPr/>
                </a:tc>
                <a:tc>
                  <a:txBody>
                    <a:bodyPr lIns="54864" rIns="54864" tIns="18288" bIns="18288" wrap="square" anchor="ctr"/>
                    <a:lstStyle/>
                    <a:p>
                      <a:pPr algn="l"/>
                      <a:r>
                        <a:rPr sz="700" b="0">
                          <a:solidFill>
                            <a:srgbClr val="000000"/>
                          </a:solidFill>
                          <a:latin typeface="Calibri"/>
                        </a:rPr>
                        <a:t>0.1487</a:t>
                      </a:r>
                    </a:p>
                  </a:txBody>
                  <a:tcPr/>
                </a:tc>
                <a:tc>
                  <a:txBody>
                    <a:bodyPr lIns="54864" rIns="54864" tIns="18288" bIns="18288" wrap="square" anchor="ctr"/>
                    <a:lstStyle/>
                    <a:p>
                      <a:pPr algn="l"/>
                      <a:r>
                        <a:rPr sz="700" b="0">
                          <a:solidFill>
                            <a:srgbClr val="000000"/>
                          </a:solidFill>
                          <a:latin typeface="Calibri"/>
                        </a:rPr>
                        <a:t>0.1481</a:t>
                      </a:r>
                    </a:p>
                  </a:txBody>
                  <a:tcPr/>
                </a:tc>
                <a:tc>
                  <a:txBody>
                    <a:bodyPr lIns="54864" rIns="54864" tIns="18288" bIns="18288" wrap="square" anchor="ctr"/>
                    <a:lstStyle/>
                    <a:p>
                      <a:pPr algn="l"/>
                      <a:r>
                        <a:rPr sz="700" b="0">
                          <a:solidFill>
                            <a:srgbClr val="000000"/>
                          </a:solidFill>
                          <a:latin typeface="Calibri"/>
                        </a:rPr>
                        <a:t>+6</a:t>
                      </a:r>
                    </a:p>
                  </a:txBody>
                  <a:tcPr/>
                </a:tc>
                <a:tc>
                  <a:txBody>
                    <a:bodyPr lIns="54864" rIns="54864" tIns="18288" bIns="18288" wrap="square" anchor="ctr"/>
                    <a:lstStyle/>
                    <a:p>
                      <a:pPr algn="l"/>
                      <a:r>
                        <a:rPr sz="700" b="0">
                          <a:solidFill>
                            <a:srgbClr val="000000"/>
                          </a:solidFill>
                          <a:latin typeface="Calibri"/>
                        </a:rPr>
                        <a:t>+0.40</a:t>
                      </a:r>
                    </a:p>
                  </a:txBody>
                  <a:tcPr/>
                </a:tc>
              </a:tr>
              <a:tr h="137187">
                <a:tc>
                  <a:txBody>
                    <a:bodyPr lIns="54864" rIns="54864" tIns="18288" bIns="18288" wrap="square" anchor="ctr"/>
                    <a:lstStyle/>
                    <a:p>
                      <a:pPr algn="l"/>
                      <a:r>
                        <a:rPr sz="700" b="0">
                          <a:solidFill>
                            <a:srgbClr val="000000"/>
                          </a:solidFill>
                          <a:latin typeface="Calibri"/>
                        </a:rPr>
                        <a:t>17.15</a:t>
                      </a:r>
                    </a:p>
                  </a:txBody>
                  <a:tcPr/>
                </a:tc>
                <a:tc>
                  <a:txBody>
                    <a:bodyPr lIns="54864" rIns="54864" tIns="18288" bIns="18288" wrap="square" anchor="ctr"/>
                    <a:lstStyle/>
                    <a:p>
                      <a:pPr algn="l"/>
                      <a:r>
                        <a:rPr sz="700" b="0">
                          <a:solidFill>
                            <a:srgbClr val="000000"/>
                          </a:solidFill>
                          <a:latin typeface="Calibri"/>
                        </a:rPr>
                        <a:t>0.1523</a:t>
                      </a:r>
                    </a:p>
                  </a:txBody>
                  <a:tcPr/>
                </a:tc>
                <a:tc>
                  <a:txBody>
                    <a:bodyPr lIns="54864" rIns="54864" tIns="18288" bIns="18288" wrap="square" anchor="ctr"/>
                    <a:lstStyle/>
                    <a:p>
                      <a:pPr algn="l"/>
                      <a:r>
                        <a:rPr sz="700" b="0">
                          <a:solidFill>
                            <a:srgbClr val="000000"/>
                          </a:solidFill>
                          <a:latin typeface="Calibri"/>
                        </a:rPr>
                        <a:t>0.1530</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-0.43</a:t>
                      </a:r>
                    </a:p>
                  </a:txBody>
                  <a:tcPr/>
                </a:tc>
              </a:tr>
            </a:tbl>
          </a:graphicData>
        </a:graphic>
      </p:graphicFrame>
      <p:graphicFrame>
        <p:nvGraphicFramePr>
          <p:cNvPr id="7" name="Table 6"/>
          <p:cNvGraphicFramePr>
            <a:graphicFrameLocks noGrp="1"/>
          </p:cNvGraphicFramePr>
          <p:nvPr/>
        </p:nvGraphicFramePr>
        <p:xfrm>
          <a:off x="4206240" y="1591056"/>
          <a:ext cx="3703320" cy="3977639"/>
        </p:xfrm>
        <a:graphic>
          <a:graphicData uri="http://schemas.openxmlformats.org/drawingml/2006/table">
            <a:tbl>
              <a:tblPr firstRow="1" bandRow="1">
                <a:tableStyleId>{5C22544A-7EE6-4342-B048-85BDC9FD1C3A}</a:tableStyleId>
              </a:tblPr>
              <a:tblGrid>
                <a:gridCol w="658368"/>
                <a:gridCol w="804672"/>
                <a:gridCol w="777240"/>
                <a:gridCol w="658368"/>
                <a:gridCol w="804672"/>
              </a:tblGrid>
              <a:tr h="137159">
                <a:tc>
                  <a:txBody>
                    <a:bodyPr lIns="54864" rIns="54864" tIns="18288" bIns="18288" wrap="square" anchor="ctr"/>
                    <a:lstStyle/>
                    <a:p>
                      <a:pPr algn="l"/>
                      <a:r>
                        <a:rPr sz="750" b="1">
                          <a:solidFill>
                            <a:srgbClr val="FFFFFF"/>
                          </a:solidFill>
                          <a:latin typeface="Calibri"/>
                        </a:rPr>
                        <a:t>t (s)</a:t>
                      </a:r>
                    </a:p>
                  </a:txBody>
                  <a:tcPr>
                    <a:solidFill>
                      <a:srgbClr val="143D2F"/>
                    </a:solidFill>
                  </a:tcPr>
                </a:tc>
                <a:tc>
                  <a:txBody>
                    <a:bodyPr lIns="54864" rIns="54864" tIns="18288" bIns="18288" wrap="square" anchor="ctr"/>
                    <a:lstStyle/>
                    <a:p>
                      <a:pPr algn="l"/>
                      <a:r>
                        <a:rPr sz="750" b="1">
                          <a:solidFill>
                            <a:srgbClr val="FFFFFF"/>
                          </a:solidFill>
                          <a:latin typeface="Calibri"/>
                        </a:rPr>
                        <a:t>PPD-UTM</a:t>
                      </a:r>
                    </a:p>
                  </a:txBody>
                  <a:tcPr>
                    <a:solidFill>
                      <a:srgbClr val="143D2F"/>
                    </a:solidFill>
                  </a:tcPr>
                </a:tc>
                <a:tc>
                  <a:txBody>
                    <a:bodyPr lIns="54864" rIns="54864" tIns="18288" bIns="18288" wrap="square" anchor="ctr"/>
                    <a:lstStyle/>
                    <a:p>
                      <a:pPr algn="l"/>
                      <a:r>
                        <a:rPr sz="750" b="1">
                          <a:solidFill>
                            <a:srgbClr val="FFFFFF"/>
                          </a:solidFill>
                          <a:latin typeface="Calibri"/>
                        </a:rPr>
                        <a:t>XT-205</a:t>
                      </a:r>
                    </a:p>
                  </a:txBody>
                  <a:tcPr>
                    <a:solidFill>
                      <a:srgbClr val="143D2F"/>
                    </a:solidFill>
                  </a:tcPr>
                </a:tc>
                <a:tc>
                  <a:txBody>
                    <a:bodyPr lIns="54864" rIns="54864" tIns="18288" bIns="18288" wrap="square" anchor="ctr"/>
                    <a:lstStyle/>
                    <a:p>
                      <a:pPr algn="l"/>
                      <a:r>
                        <a:rPr sz="750" b="1">
                          <a:solidFill>
                            <a:srgbClr val="FFFFFF"/>
                          </a:solidFill>
                          <a:latin typeface="Calibri"/>
                        </a:rPr>
                        <a:t>Δ µε</a:t>
                      </a:r>
                    </a:p>
                  </a:txBody>
                  <a:tcPr>
                    <a:solidFill>
                      <a:srgbClr val="143D2F"/>
                    </a:solidFill>
                  </a:tcPr>
                </a:tc>
                <a:tc>
                  <a:txBody>
                    <a:bodyPr lIns="54864" rIns="54864" tIns="18288" bIns="18288" wrap="square" anchor="ctr"/>
                    <a:lstStyle/>
                    <a:p>
                      <a:pPr algn="l"/>
                      <a:r>
                        <a:rPr sz="750" b="1">
                          <a:solidFill>
                            <a:srgbClr val="FFFFFF"/>
                          </a:solidFill>
                          <a:latin typeface="Calibri"/>
                        </a:rPr>
                        <a:t>Δ %</a:t>
                      </a:r>
                    </a:p>
                  </a:txBody>
                  <a:tcPr>
                    <a:solidFill>
                      <a:srgbClr val="143D2F"/>
                    </a:solidFill>
                  </a:tcPr>
                </a:tc>
              </a:tr>
              <a:tr h="137159">
                <a:tc>
                  <a:txBody>
                    <a:bodyPr lIns="54864" rIns="54864" tIns="18288" bIns="18288" wrap="square" anchor="ctr"/>
                    <a:lstStyle/>
                    <a:p>
                      <a:pPr algn="l"/>
                      <a:r>
                        <a:rPr sz="700" b="0">
                          <a:solidFill>
                            <a:srgbClr val="000000"/>
                          </a:solidFill>
                          <a:latin typeface="Calibri"/>
                        </a:rPr>
                        <a:t>17.20</a:t>
                      </a:r>
                    </a:p>
                  </a:txBody>
                  <a:tcPr/>
                </a:tc>
                <a:tc>
                  <a:txBody>
                    <a:bodyPr lIns="54864" rIns="54864" tIns="18288" bIns="18288" wrap="square" anchor="ctr"/>
                    <a:lstStyle/>
                    <a:p>
                      <a:pPr algn="l"/>
                      <a:r>
                        <a:rPr sz="700" b="0">
                          <a:solidFill>
                            <a:srgbClr val="000000"/>
                          </a:solidFill>
                          <a:latin typeface="Calibri"/>
                        </a:rPr>
                        <a:t>0.1564</a:t>
                      </a:r>
                    </a:p>
                  </a:txBody>
                  <a:tcPr/>
                </a:tc>
                <a:tc>
                  <a:txBody>
                    <a:bodyPr lIns="54864" rIns="54864" tIns="18288" bIns="18288" wrap="square" anchor="ctr"/>
                    <a:lstStyle/>
                    <a:p>
                      <a:pPr algn="l"/>
                      <a:r>
                        <a:rPr sz="700" b="0">
                          <a:solidFill>
                            <a:srgbClr val="000000"/>
                          </a:solidFill>
                          <a:latin typeface="Calibri"/>
                        </a:rPr>
                        <a:t>0.1557</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+0.45</a:t>
                      </a:r>
                    </a:p>
                  </a:txBody>
                  <a:tcPr/>
                </a:tc>
              </a:tr>
              <a:tr h="137159">
                <a:tc>
                  <a:txBody>
                    <a:bodyPr lIns="54864" rIns="54864" tIns="18288" bIns="18288" wrap="square" anchor="ctr"/>
                    <a:lstStyle/>
                    <a:p>
                      <a:pPr algn="l"/>
                      <a:r>
                        <a:rPr sz="700" b="0">
                          <a:solidFill>
                            <a:srgbClr val="000000"/>
                          </a:solidFill>
                          <a:latin typeface="Calibri"/>
                        </a:rPr>
                        <a:t>17.25</a:t>
                      </a:r>
                    </a:p>
                  </a:txBody>
                  <a:tcPr/>
                </a:tc>
                <a:tc>
                  <a:txBody>
                    <a:bodyPr lIns="54864" rIns="54864" tIns="18288" bIns="18288" wrap="square" anchor="ctr"/>
                    <a:lstStyle/>
                    <a:p>
                      <a:pPr algn="l"/>
                      <a:r>
                        <a:rPr sz="700" b="0">
                          <a:solidFill>
                            <a:srgbClr val="000000"/>
                          </a:solidFill>
                          <a:latin typeface="Calibri"/>
                        </a:rPr>
                        <a:t>0.1599</a:t>
                      </a:r>
                    </a:p>
                  </a:txBody>
                  <a:tcPr/>
                </a:tc>
                <a:tc>
                  <a:txBody>
                    <a:bodyPr lIns="54864" rIns="54864" tIns="18288" bIns="18288" wrap="square" anchor="ctr"/>
                    <a:lstStyle/>
                    <a:p>
                      <a:pPr algn="l"/>
                      <a:r>
                        <a:rPr sz="700" b="0">
                          <a:solidFill>
                            <a:srgbClr val="000000"/>
                          </a:solidFill>
                          <a:latin typeface="Calibri"/>
                        </a:rPr>
                        <a:t>0.1469</a:t>
                      </a:r>
                    </a:p>
                  </a:txBody>
                  <a:tcPr/>
                </a:tc>
                <a:tc>
                  <a:txBody>
                    <a:bodyPr lIns="54864" rIns="54864" tIns="18288" bIns="18288" wrap="square" anchor="ctr"/>
                    <a:lstStyle/>
                    <a:p>
                      <a:pPr algn="l"/>
                      <a:r>
                        <a:rPr sz="700" b="0">
                          <a:solidFill>
                            <a:srgbClr val="000000"/>
                          </a:solidFill>
                          <a:latin typeface="Calibri"/>
                        </a:rPr>
                        <a:t>+131</a:t>
                      </a:r>
                    </a:p>
                  </a:txBody>
                  <a:tcPr/>
                </a:tc>
                <a:tc>
                  <a:txBody>
                    <a:bodyPr lIns="54864" rIns="54864" tIns="18288" bIns="18288" wrap="square" anchor="ctr"/>
                    <a:lstStyle/>
                    <a:p>
                      <a:pPr algn="l"/>
                      <a:r>
                        <a:rPr sz="700" b="0">
                          <a:solidFill>
                            <a:srgbClr val="000000"/>
                          </a:solidFill>
                          <a:latin typeface="Calibri"/>
                        </a:rPr>
                        <a:t>+8.90</a:t>
                      </a:r>
                    </a:p>
                  </a:txBody>
                  <a:tcPr/>
                </a:tc>
              </a:tr>
              <a:tr h="137159">
                <a:tc>
                  <a:txBody>
                    <a:bodyPr lIns="54864" rIns="54864" tIns="18288" bIns="18288" wrap="square" anchor="ctr"/>
                    <a:lstStyle/>
                    <a:p>
                      <a:pPr algn="l"/>
                      <a:r>
                        <a:rPr sz="700" b="0">
                          <a:solidFill>
                            <a:srgbClr val="000000"/>
                          </a:solidFill>
                          <a:latin typeface="Calibri"/>
                        </a:rPr>
                        <a:t>17.30</a:t>
                      </a:r>
                    </a:p>
                  </a:txBody>
                  <a:tcPr/>
                </a:tc>
                <a:tc>
                  <a:txBody>
                    <a:bodyPr lIns="54864" rIns="54864" tIns="18288" bIns="18288" wrap="square" anchor="ctr"/>
                    <a:lstStyle/>
                    <a:p>
                      <a:pPr algn="l"/>
                      <a:r>
                        <a:rPr sz="700" b="0">
                          <a:solidFill>
                            <a:srgbClr val="000000"/>
                          </a:solidFill>
                          <a:latin typeface="Calibri"/>
                        </a:rPr>
                        <a:t>0.1635</a:t>
                      </a:r>
                    </a:p>
                  </a:txBody>
                  <a:tcPr/>
                </a:tc>
                <a:tc>
                  <a:txBody>
                    <a:bodyPr lIns="54864" rIns="54864" tIns="18288" bIns="18288" wrap="square" anchor="ctr"/>
                    <a:lstStyle/>
                    <a:p>
                      <a:pPr algn="l"/>
                      <a:r>
                        <a:rPr sz="700" b="0">
                          <a:solidFill>
                            <a:srgbClr val="000000"/>
                          </a:solidFill>
                          <a:latin typeface="Calibri"/>
                        </a:rPr>
                        <a:t>0.1634</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+0.07</a:t>
                      </a:r>
                    </a:p>
                  </a:txBody>
                  <a:tcPr/>
                </a:tc>
              </a:tr>
              <a:tr h="137159">
                <a:tc>
                  <a:txBody>
                    <a:bodyPr lIns="54864" rIns="54864" tIns="18288" bIns="18288" wrap="square" anchor="ctr"/>
                    <a:lstStyle/>
                    <a:p>
                      <a:pPr algn="l"/>
                      <a:r>
                        <a:rPr sz="700" b="0">
                          <a:solidFill>
                            <a:srgbClr val="000000"/>
                          </a:solidFill>
                          <a:latin typeface="Calibri"/>
                        </a:rPr>
                        <a:t>17.35</a:t>
                      </a:r>
                    </a:p>
                  </a:txBody>
                  <a:tcPr/>
                </a:tc>
                <a:tc>
                  <a:txBody>
                    <a:bodyPr lIns="54864" rIns="54864" tIns="18288" bIns="18288" wrap="square" anchor="ctr"/>
                    <a:lstStyle/>
                    <a:p>
                      <a:pPr algn="l"/>
                      <a:r>
                        <a:rPr sz="700" b="0">
                          <a:solidFill>
                            <a:srgbClr val="000000"/>
                          </a:solidFill>
                          <a:latin typeface="Calibri"/>
                        </a:rPr>
                        <a:t>0.1691</a:t>
                      </a:r>
                    </a:p>
                  </a:txBody>
                  <a:tcPr/>
                </a:tc>
                <a:tc>
                  <a:txBody>
                    <a:bodyPr lIns="54864" rIns="54864" tIns="18288" bIns="18288" wrap="square" anchor="ctr"/>
                    <a:lstStyle/>
                    <a:p>
                      <a:pPr algn="l"/>
                      <a:r>
                        <a:rPr sz="700" b="0">
                          <a:solidFill>
                            <a:srgbClr val="000000"/>
                          </a:solidFill>
                          <a:latin typeface="Calibri"/>
                        </a:rPr>
                        <a:t>0.1670</a:t>
                      </a:r>
                    </a:p>
                  </a:txBody>
                  <a:tcPr/>
                </a:tc>
                <a:tc>
                  <a:txBody>
                    <a:bodyPr lIns="54864" rIns="54864" tIns="18288" bIns="18288" wrap="square" anchor="ctr"/>
                    <a:lstStyle/>
                    <a:p>
                      <a:pPr algn="l"/>
                      <a:r>
                        <a:rPr sz="700" b="0">
                          <a:solidFill>
                            <a:srgbClr val="000000"/>
                          </a:solidFill>
                          <a:latin typeface="Calibri"/>
                        </a:rPr>
                        <a:t>+21</a:t>
                      </a:r>
                    </a:p>
                  </a:txBody>
                  <a:tcPr/>
                </a:tc>
                <a:tc>
                  <a:txBody>
                    <a:bodyPr lIns="54864" rIns="54864" tIns="18288" bIns="18288" wrap="square" anchor="ctr"/>
                    <a:lstStyle/>
                    <a:p>
                      <a:pPr algn="l"/>
                      <a:r>
                        <a:rPr sz="700" b="0">
                          <a:solidFill>
                            <a:srgbClr val="000000"/>
                          </a:solidFill>
                          <a:latin typeface="Calibri"/>
                        </a:rPr>
                        <a:t>+1.27</a:t>
                      </a:r>
                    </a:p>
                  </a:txBody>
                  <a:tcPr/>
                </a:tc>
              </a:tr>
              <a:tr h="137159">
                <a:tc>
                  <a:txBody>
                    <a:bodyPr lIns="54864" rIns="54864" tIns="18288" bIns="18288" wrap="square" anchor="ctr"/>
                    <a:lstStyle/>
                    <a:p>
                      <a:pPr algn="l"/>
                      <a:r>
                        <a:rPr sz="700" b="0">
                          <a:solidFill>
                            <a:srgbClr val="000000"/>
                          </a:solidFill>
                          <a:latin typeface="Calibri"/>
                        </a:rPr>
                        <a:t>17.40</a:t>
                      </a:r>
                    </a:p>
                  </a:txBody>
                  <a:tcPr/>
                </a:tc>
                <a:tc>
                  <a:txBody>
                    <a:bodyPr lIns="54864" rIns="54864" tIns="18288" bIns="18288" wrap="square" anchor="ctr"/>
                    <a:lstStyle/>
                    <a:p>
                      <a:pPr algn="l"/>
                      <a:r>
                        <a:rPr sz="700" b="0">
                          <a:solidFill>
                            <a:srgbClr val="000000"/>
                          </a:solidFill>
                          <a:latin typeface="Calibri"/>
                        </a:rPr>
                        <a:t>0.1721</a:t>
                      </a:r>
                    </a:p>
                  </a:txBody>
                  <a:tcPr/>
                </a:tc>
                <a:tc>
                  <a:txBody>
                    <a:bodyPr lIns="54864" rIns="54864" tIns="18288" bIns="18288" wrap="square" anchor="ctr"/>
                    <a:lstStyle/>
                    <a:p>
                      <a:pPr algn="l"/>
                      <a:r>
                        <a:rPr sz="700" b="0">
                          <a:solidFill>
                            <a:srgbClr val="000000"/>
                          </a:solidFill>
                          <a:latin typeface="Calibri"/>
                        </a:rPr>
                        <a:t>0.1581</a:t>
                      </a:r>
                    </a:p>
                  </a:txBody>
                  <a:tcPr/>
                </a:tc>
                <a:tc>
                  <a:txBody>
                    <a:bodyPr lIns="54864" rIns="54864" tIns="18288" bIns="18288" wrap="square" anchor="ctr"/>
                    <a:lstStyle/>
                    <a:p>
                      <a:pPr algn="l"/>
                      <a:r>
                        <a:rPr sz="700" b="0">
                          <a:solidFill>
                            <a:srgbClr val="000000"/>
                          </a:solidFill>
                          <a:latin typeface="Calibri"/>
                        </a:rPr>
                        <a:t>+140</a:t>
                      </a:r>
                    </a:p>
                  </a:txBody>
                  <a:tcPr/>
                </a:tc>
                <a:tc>
                  <a:txBody>
                    <a:bodyPr lIns="54864" rIns="54864" tIns="18288" bIns="18288" wrap="square" anchor="ctr"/>
                    <a:lstStyle/>
                    <a:p>
                      <a:pPr algn="l"/>
                      <a:r>
                        <a:rPr sz="700" b="0">
                          <a:solidFill>
                            <a:srgbClr val="000000"/>
                          </a:solidFill>
                          <a:latin typeface="Calibri"/>
                        </a:rPr>
                        <a:t>+8.88</a:t>
                      </a:r>
                    </a:p>
                  </a:txBody>
                  <a:tcPr/>
                </a:tc>
              </a:tr>
              <a:tr h="137159">
                <a:tc>
                  <a:txBody>
                    <a:bodyPr lIns="54864" rIns="54864" tIns="18288" bIns="18288" wrap="square" anchor="ctr"/>
                    <a:lstStyle/>
                    <a:p>
                      <a:pPr algn="l"/>
                      <a:r>
                        <a:rPr sz="700" b="0">
                          <a:solidFill>
                            <a:srgbClr val="000000"/>
                          </a:solidFill>
                          <a:latin typeface="Calibri"/>
                        </a:rPr>
                        <a:t>17.45</a:t>
                      </a:r>
                    </a:p>
                  </a:txBody>
                  <a:tcPr/>
                </a:tc>
                <a:tc>
                  <a:txBody>
                    <a:bodyPr lIns="54864" rIns="54864" tIns="18288" bIns="18288" wrap="square" anchor="ctr"/>
                    <a:lstStyle/>
                    <a:p>
                      <a:pPr algn="l"/>
                      <a:r>
                        <a:rPr sz="700" b="0">
                          <a:solidFill>
                            <a:srgbClr val="000000"/>
                          </a:solidFill>
                          <a:latin typeface="Calibri"/>
                        </a:rPr>
                        <a:t>0.1762</a:t>
                      </a:r>
                    </a:p>
                  </a:txBody>
                  <a:tcPr/>
                </a:tc>
                <a:tc>
                  <a:txBody>
                    <a:bodyPr lIns="54864" rIns="54864" tIns="18288" bIns="18288" wrap="square" anchor="ctr"/>
                    <a:lstStyle/>
                    <a:p>
                      <a:pPr algn="l"/>
                      <a:r>
                        <a:rPr sz="700" b="0">
                          <a:solidFill>
                            <a:srgbClr val="000000"/>
                          </a:solidFill>
                          <a:latin typeface="Calibri"/>
                        </a:rPr>
                        <a:t>0.1751</a:t>
                      </a:r>
                    </a:p>
                  </a:txBody>
                  <a:tcPr/>
                </a:tc>
                <a:tc>
                  <a:txBody>
                    <a:bodyPr lIns="54864" rIns="54864" tIns="18288" bIns="18288" wrap="square" anchor="ctr"/>
                    <a:lstStyle/>
                    <a:p>
                      <a:pPr algn="l"/>
                      <a:r>
                        <a:rPr sz="700" b="0">
                          <a:solidFill>
                            <a:srgbClr val="000000"/>
                          </a:solidFill>
                          <a:latin typeface="Calibri"/>
                        </a:rPr>
                        <a:t>+11</a:t>
                      </a:r>
                    </a:p>
                  </a:txBody>
                  <a:tcPr/>
                </a:tc>
                <a:tc>
                  <a:txBody>
                    <a:bodyPr lIns="54864" rIns="54864" tIns="18288" bIns="18288" wrap="square" anchor="ctr"/>
                    <a:lstStyle/>
                    <a:p>
                      <a:pPr algn="l"/>
                      <a:r>
                        <a:rPr sz="700" b="0">
                          <a:solidFill>
                            <a:srgbClr val="000000"/>
                          </a:solidFill>
                          <a:latin typeface="Calibri"/>
                        </a:rPr>
                        <a:t>+0.63</a:t>
                      </a:r>
                    </a:p>
                  </a:txBody>
                  <a:tcPr/>
                </a:tc>
              </a:tr>
              <a:tr h="137159">
                <a:tc>
                  <a:txBody>
                    <a:bodyPr lIns="54864" rIns="54864" tIns="18288" bIns="18288" wrap="square" anchor="ctr"/>
                    <a:lstStyle/>
                    <a:p>
                      <a:pPr algn="l"/>
                      <a:r>
                        <a:rPr sz="700" b="0">
                          <a:solidFill>
                            <a:srgbClr val="000000"/>
                          </a:solidFill>
                          <a:latin typeface="Calibri"/>
                        </a:rPr>
                        <a:t>17.50</a:t>
                      </a:r>
                    </a:p>
                  </a:txBody>
                  <a:tcPr/>
                </a:tc>
                <a:tc>
                  <a:txBody>
                    <a:bodyPr lIns="54864" rIns="54864" tIns="18288" bIns="18288" wrap="square" anchor="ctr"/>
                    <a:lstStyle/>
                    <a:p>
                      <a:pPr algn="l"/>
                      <a:r>
                        <a:rPr sz="700" b="0">
                          <a:solidFill>
                            <a:srgbClr val="000000"/>
                          </a:solidFill>
                          <a:latin typeface="Calibri"/>
                        </a:rPr>
                        <a:t>0.1778</a:t>
                      </a:r>
                    </a:p>
                  </a:txBody>
                  <a:tcPr/>
                </a:tc>
                <a:tc>
                  <a:txBody>
                    <a:bodyPr lIns="54864" rIns="54864" tIns="18288" bIns="18288" wrap="square" anchor="ctr"/>
                    <a:lstStyle/>
                    <a:p>
                      <a:pPr algn="l"/>
                      <a:r>
                        <a:rPr sz="700" b="0">
                          <a:solidFill>
                            <a:srgbClr val="000000"/>
                          </a:solidFill>
                          <a:latin typeface="Calibri"/>
                        </a:rPr>
                        <a:t>0.1784</a:t>
                      </a:r>
                    </a:p>
                  </a:txBody>
                  <a:tcPr/>
                </a:tc>
                <a:tc>
                  <a:txBody>
                    <a:bodyPr lIns="54864" rIns="54864" tIns="18288" bIns="18288" wrap="square" anchor="ctr"/>
                    <a:lstStyle/>
                    <a:p>
                      <a:pPr algn="l"/>
                      <a:r>
                        <a:rPr sz="700" b="0">
                          <a:solidFill>
                            <a:srgbClr val="000000"/>
                          </a:solidFill>
                          <a:latin typeface="Calibri"/>
                        </a:rPr>
                        <a:t>-6</a:t>
                      </a:r>
                    </a:p>
                  </a:txBody>
                  <a:tcPr/>
                </a:tc>
                <a:tc>
                  <a:txBody>
                    <a:bodyPr lIns="54864" rIns="54864" tIns="18288" bIns="18288" wrap="square" anchor="ctr"/>
                    <a:lstStyle/>
                    <a:p>
                      <a:pPr algn="l"/>
                      <a:r>
                        <a:rPr sz="700" b="0">
                          <a:solidFill>
                            <a:srgbClr val="000000"/>
                          </a:solidFill>
                          <a:latin typeface="Calibri"/>
                        </a:rPr>
                        <a:t>-0.31</a:t>
                      </a:r>
                    </a:p>
                  </a:txBody>
                  <a:tcPr/>
                </a:tc>
              </a:tr>
              <a:tr h="137159">
                <a:tc>
                  <a:txBody>
                    <a:bodyPr lIns="54864" rIns="54864" tIns="18288" bIns="18288" wrap="square" anchor="ctr"/>
                    <a:lstStyle/>
                    <a:p>
                      <a:pPr algn="l"/>
                      <a:r>
                        <a:rPr sz="700" b="0">
                          <a:solidFill>
                            <a:srgbClr val="000000"/>
                          </a:solidFill>
                          <a:latin typeface="Calibri"/>
                        </a:rPr>
                        <a:t>17.55</a:t>
                      </a:r>
                    </a:p>
                  </a:txBody>
                  <a:tcPr/>
                </a:tc>
                <a:tc>
                  <a:txBody>
                    <a:bodyPr lIns="54864" rIns="54864" tIns="18288" bIns="18288" wrap="square" anchor="ctr"/>
                    <a:lstStyle/>
                    <a:p>
                      <a:pPr algn="l"/>
                      <a:r>
                        <a:rPr sz="700" b="0">
                          <a:solidFill>
                            <a:srgbClr val="000000"/>
                          </a:solidFill>
                          <a:latin typeface="Calibri"/>
                        </a:rPr>
                        <a:t>0.1824</a:t>
                      </a:r>
                    </a:p>
                  </a:txBody>
                  <a:tcPr/>
                </a:tc>
                <a:tc>
                  <a:txBody>
                    <a:bodyPr lIns="54864" rIns="54864" tIns="18288" bIns="18288" wrap="square" anchor="ctr"/>
                    <a:lstStyle/>
                    <a:p>
                      <a:pPr algn="l"/>
                      <a:r>
                        <a:rPr sz="700" b="0">
                          <a:solidFill>
                            <a:srgbClr val="000000"/>
                          </a:solidFill>
                          <a:latin typeface="Calibri"/>
                        </a:rPr>
                        <a:t>0.1820</a:t>
                      </a:r>
                    </a:p>
                  </a:txBody>
                  <a:tcPr/>
                </a:tc>
                <a:tc>
                  <a:txBody>
                    <a:bodyPr lIns="54864" rIns="54864" tIns="18288" bIns="18288" wrap="square" anchor="ctr"/>
                    <a:lstStyle/>
                    <a:p>
                      <a:pPr algn="l"/>
                      <a:r>
                        <a:rPr sz="700" b="0">
                          <a:solidFill>
                            <a:srgbClr val="000000"/>
                          </a:solidFill>
                          <a:latin typeface="Calibri"/>
                        </a:rPr>
                        <a:t>+4</a:t>
                      </a:r>
                    </a:p>
                  </a:txBody>
                  <a:tcPr/>
                </a:tc>
                <a:tc>
                  <a:txBody>
                    <a:bodyPr lIns="54864" rIns="54864" tIns="18288" bIns="18288" wrap="square" anchor="ctr"/>
                    <a:lstStyle/>
                    <a:p>
                      <a:pPr algn="l"/>
                      <a:r>
                        <a:rPr sz="700" b="0">
                          <a:solidFill>
                            <a:srgbClr val="000000"/>
                          </a:solidFill>
                          <a:latin typeface="Calibri"/>
                        </a:rPr>
                        <a:t>+0.20</a:t>
                      </a:r>
                    </a:p>
                  </a:txBody>
                  <a:tcPr/>
                </a:tc>
              </a:tr>
              <a:tr h="137159">
                <a:tc>
                  <a:txBody>
                    <a:bodyPr lIns="54864" rIns="54864" tIns="18288" bIns="18288" wrap="square" anchor="ctr"/>
                    <a:lstStyle/>
                    <a:p>
                      <a:pPr algn="l"/>
                      <a:r>
                        <a:rPr sz="700" b="0">
                          <a:solidFill>
                            <a:srgbClr val="000000"/>
                          </a:solidFill>
                          <a:latin typeface="Calibri"/>
                        </a:rPr>
                        <a:t>17.60</a:t>
                      </a:r>
                    </a:p>
                  </a:txBody>
                  <a:tcPr/>
                </a:tc>
                <a:tc>
                  <a:txBody>
                    <a:bodyPr lIns="54864" rIns="54864" tIns="18288" bIns="18288" wrap="square" anchor="ctr"/>
                    <a:lstStyle/>
                    <a:p>
                      <a:pPr algn="l"/>
                      <a:r>
                        <a:rPr sz="700" b="0">
                          <a:solidFill>
                            <a:srgbClr val="000000"/>
                          </a:solidFill>
                          <a:latin typeface="Calibri"/>
                        </a:rPr>
                        <a:t>0.1864</a:t>
                      </a:r>
                    </a:p>
                  </a:txBody>
                  <a:tcPr/>
                </a:tc>
                <a:tc>
                  <a:txBody>
                    <a:bodyPr lIns="54864" rIns="54864" tIns="18288" bIns="18288" wrap="square" anchor="ctr"/>
                    <a:lstStyle/>
                    <a:p>
                      <a:pPr algn="l"/>
                      <a:r>
                        <a:rPr sz="700" b="0">
                          <a:solidFill>
                            <a:srgbClr val="000000"/>
                          </a:solidFill>
                          <a:latin typeface="Calibri"/>
                        </a:rPr>
                        <a:t>0.1859</a:t>
                      </a:r>
                    </a:p>
                  </a:txBody>
                  <a:tcPr/>
                </a:tc>
                <a:tc>
                  <a:txBody>
                    <a:bodyPr lIns="54864" rIns="54864" tIns="18288" bIns="18288" wrap="square" anchor="ctr"/>
                    <a:lstStyle/>
                    <a:p>
                      <a:pPr algn="l"/>
                      <a:r>
                        <a:rPr sz="700" b="0">
                          <a:solidFill>
                            <a:srgbClr val="000000"/>
                          </a:solidFill>
                          <a:latin typeface="Calibri"/>
                        </a:rPr>
                        <a:t>+5</a:t>
                      </a:r>
                    </a:p>
                  </a:txBody>
                  <a:tcPr/>
                </a:tc>
                <a:tc>
                  <a:txBody>
                    <a:bodyPr lIns="54864" rIns="54864" tIns="18288" bIns="18288" wrap="square" anchor="ctr"/>
                    <a:lstStyle/>
                    <a:p>
                      <a:pPr algn="l"/>
                      <a:r>
                        <a:rPr sz="700" b="0">
                          <a:solidFill>
                            <a:srgbClr val="000000"/>
                          </a:solidFill>
                          <a:latin typeface="Calibri"/>
                        </a:rPr>
                        <a:t>+0.29</a:t>
                      </a:r>
                    </a:p>
                  </a:txBody>
                  <a:tcPr/>
                </a:tc>
              </a:tr>
              <a:tr h="137159">
                <a:tc>
                  <a:txBody>
                    <a:bodyPr lIns="54864" rIns="54864" tIns="18288" bIns="18288" wrap="square" anchor="ctr"/>
                    <a:lstStyle/>
                    <a:p>
                      <a:pPr algn="l"/>
                      <a:r>
                        <a:rPr sz="700" b="0">
                          <a:solidFill>
                            <a:srgbClr val="000000"/>
                          </a:solidFill>
                          <a:latin typeface="Calibri"/>
                        </a:rPr>
                        <a:t>17.65</a:t>
                      </a:r>
                    </a:p>
                  </a:txBody>
                  <a:tcPr/>
                </a:tc>
                <a:tc>
                  <a:txBody>
                    <a:bodyPr lIns="54864" rIns="54864" tIns="18288" bIns="18288" wrap="square" anchor="ctr"/>
                    <a:lstStyle/>
                    <a:p>
                      <a:pPr algn="l"/>
                      <a:r>
                        <a:rPr sz="700" b="0">
                          <a:solidFill>
                            <a:srgbClr val="000000"/>
                          </a:solidFill>
                          <a:latin typeface="Calibri"/>
                        </a:rPr>
                        <a:t>0.1906</a:t>
                      </a:r>
                    </a:p>
                  </a:txBody>
                  <a:tcPr/>
                </a:tc>
                <a:tc>
                  <a:txBody>
                    <a:bodyPr lIns="54864" rIns="54864" tIns="18288" bIns="18288" wrap="square" anchor="ctr"/>
                    <a:lstStyle/>
                    <a:p>
                      <a:pPr algn="l"/>
                      <a:r>
                        <a:rPr sz="700" b="0">
                          <a:solidFill>
                            <a:srgbClr val="000000"/>
                          </a:solidFill>
                          <a:latin typeface="Calibri"/>
                        </a:rPr>
                        <a:t>0.1896</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+0.55</a:t>
                      </a:r>
                    </a:p>
                  </a:txBody>
                  <a:tcPr/>
                </a:tc>
              </a:tr>
              <a:tr h="137159">
                <a:tc>
                  <a:txBody>
                    <a:bodyPr lIns="54864" rIns="54864" tIns="18288" bIns="18288" wrap="square" anchor="ctr"/>
                    <a:lstStyle/>
                    <a:p>
                      <a:pPr algn="l"/>
                      <a:r>
                        <a:rPr sz="700" b="0">
                          <a:solidFill>
                            <a:srgbClr val="000000"/>
                          </a:solidFill>
                          <a:latin typeface="Calibri"/>
                        </a:rPr>
                        <a:t>17.70</a:t>
                      </a:r>
                    </a:p>
                  </a:txBody>
                  <a:tcPr/>
                </a:tc>
                <a:tc>
                  <a:txBody>
                    <a:bodyPr lIns="54864" rIns="54864" tIns="18288" bIns="18288" wrap="square" anchor="ctr"/>
                    <a:lstStyle/>
                    <a:p>
                      <a:pPr algn="l"/>
                      <a:r>
                        <a:rPr sz="700" b="0">
                          <a:solidFill>
                            <a:srgbClr val="000000"/>
                          </a:solidFill>
                          <a:latin typeface="Calibri"/>
                        </a:rPr>
                        <a:t>0.1939</a:t>
                      </a:r>
                    </a:p>
                  </a:txBody>
                  <a:tcPr/>
                </a:tc>
                <a:tc>
                  <a:txBody>
                    <a:bodyPr lIns="54864" rIns="54864" tIns="18288" bIns="18288" wrap="square" anchor="ctr"/>
                    <a:lstStyle/>
                    <a:p>
                      <a:pPr algn="l"/>
                      <a:r>
                        <a:rPr sz="700" b="0">
                          <a:solidFill>
                            <a:srgbClr val="000000"/>
                          </a:solidFill>
                          <a:latin typeface="Calibri"/>
                        </a:rPr>
                        <a:t>0.1936</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+0.13</a:t>
                      </a:r>
                    </a:p>
                  </a:txBody>
                  <a:tcPr/>
                </a:tc>
              </a:tr>
              <a:tr h="137159">
                <a:tc>
                  <a:txBody>
                    <a:bodyPr lIns="54864" rIns="54864" tIns="18288" bIns="18288" wrap="square" anchor="ctr"/>
                    <a:lstStyle/>
                    <a:p>
                      <a:pPr algn="l"/>
                      <a:r>
                        <a:rPr sz="700" b="0">
                          <a:solidFill>
                            <a:srgbClr val="000000"/>
                          </a:solidFill>
                          <a:latin typeface="Calibri"/>
                        </a:rPr>
                        <a:t>17.75</a:t>
                      </a:r>
                    </a:p>
                  </a:txBody>
                  <a:tcPr/>
                </a:tc>
                <a:tc>
                  <a:txBody>
                    <a:bodyPr lIns="54864" rIns="54864" tIns="18288" bIns="18288" wrap="square" anchor="ctr"/>
                    <a:lstStyle/>
                    <a:p>
                      <a:pPr algn="l"/>
                      <a:r>
                        <a:rPr sz="700" b="0">
                          <a:solidFill>
                            <a:srgbClr val="000000"/>
                          </a:solidFill>
                          <a:latin typeface="Calibri"/>
                        </a:rPr>
                        <a:t>0.1984</a:t>
                      </a:r>
                    </a:p>
                  </a:txBody>
                  <a:tcPr/>
                </a:tc>
                <a:tc>
                  <a:txBody>
                    <a:bodyPr lIns="54864" rIns="54864" tIns="18288" bIns="18288" wrap="square" anchor="ctr"/>
                    <a:lstStyle/>
                    <a:p>
                      <a:pPr algn="l"/>
                      <a:r>
                        <a:rPr sz="700" b="0">
                          <a:solidFill>
                            <a:srgbClr val="000000"/>
                          </a:solidFill>
                          <a:latin typeface="Calibri"/>
                        </a:rPr>
                        <a:t>0.1971</a:t>
                      </a:r>
                    </a:p>
                  </a:txBody>
                  <a:tcPr/>
                </a:tc>
                <a:tc>
                  <a:txBody>
                    <a:bodyPr lIns="54864" rIns="54864" tIns="18288" bIns="18288" wrap="square" anchor="ctr"/>
                    <a:lstStyle/>
                    <a:p>
                      <a:pPr algn="l"/>
                      <a:r>
                        <a:rPr sz="700" b="0">
                          <a:solidFill>
                            <a:srgbClr val="000000"/>
                          </a:solidFill>
                          <a:latin typeface="Calibri"/>
                        </a:rPr>
                        <a:t>+14</a:t>
                      </a:r>
                    </a:p>
                  </a:txBody>
                  <a:tcPr/>
                </a:tc>
                <a:tc>
                  <a:txBody>
                    <a:bodyPr lIns="54864" rIns="54864" tIns="18288" bIns="18288" wrap="square" anchor="ctr"/>
                    <a:lstStyle/>
                    <a:p>
                      <a:pPr algn="l"/>
                      <a:r>
                        <a:rPr sz="700" b="0">
                          <a:solidFill>
                            <a:srgbClr val="000000"/>
                          </a:solidFill>
                          <a:latin typeface="Calibri"/>
                        </a:rPr>
                        <a:t>+0.69</a:t>
                      </a:r>
                    </a:p>
                  </a:txBody>
                  <a:tcPr/>
                </a:tc>
              </a:tr>
              <a:tr h="137159">
                <a:tc>
                  <a:txBody>
                    <a:bodyPr lIns="54864" rIns="54864" tIns="18288" bIns="18288" wrap="square" anchor="ctr"/>
                    <a:lstStyle/>
                    <a:p>
                      <a:pPr algn="l"/>
                      <a:r>
                        <a:rPr sz="700" b="0">
                          <a:solidFill>
                            <a:srgbClr val="000000"/>
                          </a:solidFill>
                          <a:latin typeface="Calibri"/>
                        </a:rPr>
                        <a:t>17.80</a:t>
                      </a:r>
                    </a:p>
                  </a:txBody>
                  <a:tcPr/>
                </a:tc>
                <a:tc>
                  <a:txBody>
                    <a:bodyPr lIns="54864" rIns="54864" tIns="18288" bIns="18288" wrap="square" anchor="ctr"/>
                    <a:lstStyle/>
                    <a:p>
                      <a:pPr algn="l"/>
                      <a:r>
                        <a:rPr sz="700" b="0">
                          <a:solidFill>
                            <a:srgbClr val="000000"/>
                          </a:solidFill>
                          <a:latin typeface="Calibri"/>
                        </a:rPr>
                        <a:t>0.2012</a:t>
                      </a:r>
                    </a:p>
                  </a:txBody>
                  <a:tcPr/>
                </a:tc>
                <a:tc>
                  <a:txBody>
                    <a:bodyPr lIns="54864" rIns="54864" tIns="18288" bIns="18288" wrap="square" anchor="ctr"/>
                    <a:lstStyle/>
                    <a:p>
                      <a:pPr algn="l"/>
                      <a:r>
                        <a:rPr sz="700" b="0">
                          <a:solidFill>
                            <a:srgbClr val="000000"/>
                          </a:solidFill>
                          <a:latin typeface="Calibri"/>
                        </a:rPr>
                        <a:t>0.2008</a:t>
                      </a:r>
                    </a:p>
                  </a:txBody>
                  <a:tcPr/>
                </a:tc>
                <a:tc>
                  <a:txBody>
                    <a:bodyPr lIns="54864" rIns="54864" tIns="18288" bIns="18288" wrap="square" anchor="ctr"/>
                    <a:lstStyle/>
                    <a:p>
                      <a:pPr algn="l"/>
                      <a:r>
                        <a:rPr sz="700" b="0">
                          <a:solidFill>
                            <a:srgbClr val="000000"/>
                          </a:solidFill>
                          <a:latin typeface="Calibri"/>
                        </a:rPr>
                        <a:t>+4</a:t>
                      </a:r>
                    </a:p>
                  </a:txBody>
                  <a:tcPr/>
                </a:tc>
                <a:tc>
                  <a:txBody>
                    <a:bodyPr lIns="54864" rIns="54864" tIns="18288" bIns="18288" wrap="square" anchor="ctr"/>
                    <a:lstStyle/>
                    <a:p>
                      <a:pPr algn="l"/>
                      <a:r>
                        <a:rPr sz="700" b="0">
                          <a:solidFill>
                            <a:srgbClr val="000000"/>
                          </a:solidFill>
                          <a:latin typeface="Calibri"/>
                        </a:rPr>
                        <a:t>+0.20</a:t>
                      </a:r>
                    </a:p>
                  </a:txBody>
                  <a:tcPr/>
                </a:tc>
              </a:tr>
              <a:tr h="137159">
                <a:tc>
                  <a:txBody>
                    <a:bodyPr lIns="54864" rIns="54864" tIns="18288" bIns="18288" wrap="square" anchor="ctr"/>
                    <a:lstStyle/>
                    <a:p>
                      <a:pPr algn="l"/>
                      <a:r>
                        <a:rPr sz="700" b="0">
                          <a:solidFill>
                            <a:srgbClr val="000000"/>
                          </a:solidFill>
                          <a:latin typeface="Calibri"/>
                        </a:rPr>
                        <a:t>17.85</a:t>
                      </a:r>
                    </a:p>
                  </a:txBody>
                  <a:tcPr/>
                </a:tc>
                <a:tc>
                  <a:txBody>
                    <a:bodyPr lIns="54864" rIns="54864" tIns="18288" bIns="18288" wrap="square" anchor="ctr"/>
                    <a:lstStyle/>
                    <a:p>
                      <a:pPr algn="l"/>
                      <a:r>
                        <a:rPr sz="700" b="0">
                          <a:solidFill>
                            <a:srgbClr val="000000"/>
                          </a:solidFill>
                          <a:latin typeface="Calibri"/>
                        </a:rPr>
                        <a:t>0.2054</a:t>
                      </a:r>
                    </a:p>
                  </a:txBody>
                  <a:tcPr/>
                </a:tc>
                <a:tc>
                  <a:txBody>
                    <a:bodyPr lIns="54864" rIns="54864" tIns="18288" bIns="18288" wrap="square" anchor="ctr"/>
                    <a:lstStyle/>
                    <a:p>
                      <a:pPr algn="l"/>
                      <a:r>
                        <a:rPr sz="700" b="0">
                          <a:solidFill>
                            <a:srgbClr val="000000"/>
                          </a:solidFill>
                          <a:latin typeface="Calibri"/>
                        </a:rPr>
                        <a:t>0.2048</a:t>
                      </a:r>
                    </a:p>
                  </a:txBody>
                  <a:tcPr/>
                </a:tc>
                <a:tc>
                  <a:txBody>
                    <a:bodyPr lIns="54864" rIns="54864" tIns="18288" bIns="18288" wrap="square" anchor="ctr"/>
                    <a:lstStyle/>
                    <a:p>
                      <a:pPr algn="l"/>
                      <a:r>
                        <a:rPr sz="700" b="0">
                          <a:solidFill>
                            <a:srgbClr val="000000"/>
                          </a:solidFill>
                          <a:latin typeface="Calibri"/>
                        </a:rPr>
                        <a:t>+6</a:t>
                      </a:r>
                    </a:p>
                  </a:txBody>
                  <a:tcPr/>
                </a:tc>
                <a:tc>
                  <a:txBody>
                    <a:bodyPr lIns="54864" rIns="54864" tIns="18288" bIns="18288" wrap="square" anchor="ctr"/>
                    <a:lstStyle/>
                    <a:p>
                      <a:pPr algn="l"/>
                      <a:r>
                        <a:rPr sz="700" b="0">
                          <a:solidFill>
                            <a:srgbClr val="000000"/>
                          </a:solidFill>
                          <a:latin typeface="Calibri"/>
                        </a:rPr>
                        <a:t>+0.27</a:t>
                      </a:r>
                    </a:p>
                  </a:txBody>
                  <a:tcPr/>
                </a:tc>
              </a:tr>
              <a:tr h="137159">
                <a:tc>
                  <a:txBody>
                    <a:bodyPr lIns="54864" rIns="54864" tIns="18288" bIns="18288" wrap="square" anchor="ctr"/>
                    <a:lstStyle/>
                    <a:p>
                      <a:pPr algn="l"/>
                      <a:r>
                        <a:rPr sz="700" b="0">
                          <a:solidFill>
                            <a:srgbClr val="000000"/>
                          </a:solidFill>
                          <a:latin typeface="Calibri"/>
                        </a:rPr>
                        <a:t>17.90</a:t>
                      </a:r>
                    </a:p>
                  </a:txBody>
                  <a:tcPr/>
                </a:tc>
                <a:tc>
                  <a:txBody>
                    <a:bodyPr lIns="54864" rIns="54864" tIns="18288" bIns="18288" wrap="square" anchor="ctr"/>
                    <a:lstStyle/>
                    <a:p>
                      <a:pPr algn="l"/>
                      <a:r>
                        <a:rPr sz="700" b="0">
                          <a:solidFill>
                            <a:srgbClr val="000000"/>
                          </a:solidFill>
                          <a:latin typeface="Calibri"/>
                        </a:rPr>
                        <a:t>0.2089</a:t>
                      </a:r>
                    </a:p>
                  </a:txBody>
                  <a:tcPr/>
                </a:tc>
                <a:tc>
                  <a:txBody>
                    <a:bodyPr lIns="54864" rIns="54864" tIns="18288" bIns="18288" wrap="square" anchor="ctr"/>
                    <a:lstStyle/>
                    <a:p>
                      <a:pPr algn="l"/>
                      <a:r>
                        <a:rPr sz="700" b="0">
                          <a:solidFill>
                            <a:srgbClr val="000000"/>
                          </a:solidFill>
                          <a:latin typeface="Calibri"/>
                        </a:rPr>
                        <a:t>0.2088</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+0.06</a:t>
                      </a:r>
                    </a:p>
                  </a:txBody>
                  <a:tcPr/>
                </a:tc>
              </a:tr>
              <a:tr h="137159">
                <a:tc>
                  <a:txBody>
                    <a:bodyPr lIns="54864" rIns="54864" tIns="18288" bIns="18288" wrap="square" anchor="ctr"/>
                    <a:lstStyle/>
                    <a:p>
                      <a:pPr algn="l"/>
                      <a:r>
                        <a:rPr sz="700" b="0">
                          <a:solidFill>
                            <a:srgbClr val="000000"/>
                          </a:solidFill>
                          <a:latin typeface="Calibri"/>
                        </a:rPr>
                        <a:t>17.95</a:t>
                      </a:r>
                    </a:p>
                  </a:txBody>
                  <a:tcPr/>
                </a:tc>
                <a:tc>
                  <a:txBody>
                    <a:bodyPr lIns="54864" rIns="54864" tIns="18288" bIns="18288" wrap="square" anchor="ctr"/>
                    <a:lstStyle/>
                    <a:p>
                      <a:pPr algn="l"/>
                      <a:r>
                        <a:rPr sz="700" b="0">
                          <a:solidFill>
                            <a:srgbClr val="000000"/>
                          </a:solidFill>
                          <a:latin typeface="Calibri"/>
                        </a:rPr>
                        <a:t>0.2124</a:t>
                      </a:r>
                    </a:p>
                  </a:txBody>
                  <a:tcPr/>
                </a:tc>
                <a:tc>
                  <a:txBody>
                    <a:bodyPr lIns="54864" rIns="54864" tIns="18288" bIns="18288" wrap="square" anchor="ctr"/>
                    <a:lstStyle/>
                    <a:p>
                      <a:pPr algn="l"/>
                      <a:r>
                        <a:rPr sz="700" b="0">
                          <a:solidFill>
                            <a:srgbClr val="000000"/>
                          </a:solidFill>
                          <a:latin typeface="Calibri"/>
                        </a:rPr>
                        <a:t>0.2123</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+0.04</a:t>
                      </a:r>
                    </a:p>
                  </a:txBody>
                  <a:tcPr/>
                </a:tc>
              </a:tr>
              <a:tr h="137159">
                <a:tc>
                  <a:txBody>
                    <a:bodyPr lIns="54864" rIns="54864" tIns="18288" bIns="18288" wrap="square" anchor="ctr"/>
                    <a:lstStyle/>
                    <a:p>
                      <a:pPr algn="l"/>
                      <a:r>
                        <a:rPr sz="700" b="0">
                          <a:solidFill>
                            <a:srgbClr val="000000"/>
                          </a:solidFill>
                          <a:latin typeface="Calibri"/>
                        </a:rPr>
                        <a:t>18.00</a:t>
                      </a:r>
                    </a:p>
                  </a:txBody>
                  <a:tcPr/>
                </a:tc>
                <a:tc>
                  <a:txBody>
                    <a:bodyPr lIns="54864" rIns="54864" tIns="18288" bIns="18288" wrap="square" anchor="ctr"/>
                    <a:lstStyle/>
                    <a:p>
                      <a:pPr algn="l"/>
                      <a:r>
                        <a:rPr sz="700" b="0">
                          <a:solidFill>
                            <a:srgbClr val="000000"/>
                          </a:solidFill>
                          <a:latin typeface="Calibri"/>
                        </a:rPr>
                        <a:t>0.2161</a:t>
                      </a:r>
                    </a:p>
                  </a:txBody>
                  <a:tcPr/>
                </a:tc>
                <a:tc>
                  <a:txBody>
                    <a:bodyPr lIns="54864" rIns="54864" tIns="18288" bIns="18288" wrap="square" anchor="ctr"/>
                    <a:lstStyle/>
                    <a:p>
                      <a:pPr algn="l"/>
                      <a:r>
                        <a:rPr sz="700" b="0">
                          <a:solidFill>
                            <a:srgbClr val="000000"/>
                          </a:solidFill>
                          <a:latin typeface="Calibri"/>
                        </a:rPr>
                        <a:t>0.2161</a:t>
                      </a:r>
                    </a:p>
                  </a:txBody>
                  <a:tcPr/>
                </a:tc>
                <a:tc>
                  <a:txBody>
                    <a:bodyPr lIns="54864" rIns="54864" tIns="18288" bIns="18288" wrap="square" anchor="ctr"/>
                    <a:lstStyle/>
                    <a:p>
                      <a:pPr algn="l"/>
                      <a:r>
                        <a:rPr sz="700" b="0">
                          <a:solidFill>
                            <a:srgbClr val="000000"/>
                          </a:solidFill>
                          <a:latin typeface="Calibri"/>
                        </a:rPr>
                        <a:t>-0</a:t>
                      </a:r>
                    </a:p>
                  </a:txBody>
                  <a:tcPr/>
                </a:tc>
                <a:tc>
                  <a:txBody>
                    <a:bodyPr lIns="54864" rIns="54864" tIns="18288" bIns="18288" wrap="square" anchor="ctr"/>
                    <a:lstStyle/>
                    <a:p>
                      <a:pPr algn="l"/>
                      <a:r>
                        <a:rPr sz="700" b="0">
                          <a:solidFill>
                            <a:srgbClr val="000000"/>
                          </a:solidFill>
                          <a:latin typeface="Calibri"/>
                        </a:rPr>
                        <a:t>-0.02</a:t>
                      </a:r>
                    </a:p>
                  </a:txBody>
                  <a:tcPr/>
                </a:tc>
              </a:tr>
              <a:tr h="137159">
                <a:tc>
                  <a:txBody>
                    <a:bodyPr lIns="54864" rIns="54864" tIns="18288" bIns="18288" wrap="square" anchor="ctr"/>
                    <a:lstStyle/>
                    <a:p>
                      <a:pPr algn="l"/>
                      <a:r>
                        <a:rPr sz="700" b="0">
                          <a:solidFill>
                            <a:srgbClr val="000000"/>
                          </a:solidFill>
                          <a:latin typeface="Calibri"/>
                        </a:rPr>
                        <a:t>18.05</a:t>
                      </a:r>
                    </a:p>
                  </a:txBody>
                  <a:tcPr/>
                </a:tc>
                <a:tc>
                  <a:txBody>
                    <a:bodyPr lIns="54864" rIns="54864" tIns="18288" bIns="18288" wrap="square" anchor="ctr"/>
                    <a:lstStyle/>
                    <a:p>
                      <a:pPr algn="l"/>
                      <a:r>
                        <a:rPr sz="700" b="0">
                          <a:solidFill>
                            <a:srgbClr val="000000"/>
                          </a:solidFill>
                          <a:latin typeface="Calibri"/>
                        </a:rPr>
                        <a:t>0.2201</a:t>
                      </a:r>
                    </a:p>
                  </a:txBody>
                  <a:tcPr/>
                </a:tc>
                <a:tc>
                  <a:txBody>
                    <a:bodyPr lIns="54864" rIns="54864" tIns="18288" bIns="18288" wrap="square" anchor="ctr"/>
                    <a:lstStyle/>
                    <a:p>
                      <a:pPr algn="l"/>
                      <a:r>
                        <a:rPr sz="700" b="0">
                          <a:solidFill>
                            <a:srgbClr val="000000"/>
                          </a:solidFill>
                          <a:latin typeface="Calibri"/>
                        </a:rPr>
                        <a:t>0.2198</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+0.11</a:t>
                      </a:r>
                    </a:p>
                  </a:txBody>
                  <a:tcPr/>
                </a:tc>
              </a:tr>
              <a:tr h="137159">
                <a:tc>
                  <a:txBody>
                    <a:bodyPr lIns="54864" rIns="54864" tIns="18288" bIns="18288" wrap="square" anchor="ctr"/>
                    <a:lstStyle/>
                    <a:p>
                      <a:pPr algn="l"/>
                      <a:r>
                        <a:rPr sz="700" b="0">
                          <a:solidFill>
                            <a:srgbClr val="000000"/>
                          </a:solidFill>
                          <a:latin typeface="Calibri"/>
                        </a:rPr>
                        <a:t>18.10</a:t>
                      </a:r>
                    </a:p>
                  </a:txBody>
                  <a:tcPr/>
                </a:tc>
                <a:tc>
                  <a:txBody>
                    <a:bodyPr lIns="54864" rIns="54864" tIns="18288" bIns="18288" wrap="square" anchor="ctr"/>
                    <a:lstStyle/>
                    <a:p>
                      <a:pPr algn="l"/>
                      <a:r>
                        <a:rPr sz="700" b="0">
                          <a:solidFill>
                            <a:srgbClr val="000000"/>
                          </a:solidFill>
                          <a:latin typeface="Calibri"/>
                        </a:rPr>
                        <a:t>0.2236</a:t>
                      </a:r>
                    </a:p>
                  </a:txBody>
                  <a:tcPr/>
                </a:tc>
                <a:tc>
                  <a:txBody>
                    <a:bodyPr lIns="54864" rIns="54864" tIns="18288" bIns="18288" wrap="square" anchor="ctr"/>
                    <a:lstStyle/>
                    <a:p>
                      <a:pPr algn="l"/>
                      <a:r>
                        <a:rPr sz="700" b="0">
                          <a:solidFill>
                            <a:srgbClr val="000000"/>
                          </a:solidFill>
                          <a:latin typeface="Calibri"/>
                        </a:rPr>
                        <a:t>0.2238</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-0.09</a:t>
                      </a:r>
                    </a:p>
                  </a:txBody>
                  <a:tcPr/>
                </a:tc>
              </a:tr>
              <a:tr h="137159">
                <a:tc>
                  <a:txBody>
                    <a:bodyPr lIns="54864" rIns="54864" tIns="18288" bIns="18288" wrap="square" anchor="ctr"/>
                    <a:lstStyle/>
                    <a:p>
                      <a:pPr algn="l"/>
                      <a:r>
                        <a:rPr sz="700" b="0">
                          <a:solidFill>
                            <a:srgbClr val="000000"/>
                          </a:solidFill>
                          <a:latin typeface="Calibri"/>
                        </a:rPr>
                        <a:t>18.15</a:t>
                      </a:r>
                    </a:p>
                  </a:txBody>
                  <a:tcPr/>
                </a:tc>
                <a:tc>
                  <a:txBody>
                    <a:bodyPr lIns="54864" rIns="54864" tIns="18288" bIns="18288" wrap="square" anchor="ctr"/>
                    <a:lstStyle/>
                    <a:p>
                      <a:pPr algn="l"/>
                      <a:r>
                        <a:rPr sz="700" b="0">
                          <a:solidFill>
                            <a:srgbClr val="000000"/>
                          </a:solidFill>
                          <a:latin typeface="Calibri"/>
                        </a:rPr>
                        <a:t>0.2277</a:t>
                      </a:r>
                    </a:p>
                  </a:txBody>
                  <a:tcPr/>
                </a:tc>
                <a:tc>
                  <a:txBody>
                    <a:bodyPr lIns="54864" rIns="54864" tIns="18288" bIns="18288" wrap="square" anchor="ctr"/>
                    <a:lstStyle/>
                    <a:p>
                      <a:pPr algn="l"/>
                      <a:r>
                        <a:rPr sz="700" b="0">
                          <a:solidFill>
                            <a:srgbClr val="000000"/>
                          </a:solidFill>
                          <a:latin typeface="Calibri"/>
                        </a:rPr>
                        <a:t>0.2274</a:t>
                      </a:r>
                    </a:p>
                  </a:txBody>
                  <a:tcPr/>
                </a:tc>
                <a:tc>
                  <a:txBody>
                    <a:bodyPr lIns="54864" rIns="54864" tIns="18288" bIns="18288" wrap="square" anchor="ctr"/>
                    <a:lstStyle/>
                    <a:p>
                      <a:pPr algn="l"/>
                      <a:r>
                        <a:rPr sz="700" b="0">
                          <a:solidFill>
                            <a:srgbClr val="000000"/>
                          </a:solidFill>
                          <a:latin typeface="Calibri"/>
                        </a:rPr>
                        <a:t>+3</a:t>
                      </a:r>
                    </a:p>
                  </a:txBody>
                  <a:tcPr/>
                </a:tc>
                <a:tc>
                  <a:txBody>
                    <a:bodyPr lIns="54864" rIns="54864" tIns="18288" bIns="18288" wrap="square" anchor="ctr"/>
                    <a:lstStyle/>
                    <a:p>
                      <a:pPr algn="l"/>
                      <a:r>
                        <a:rPr sz="700" b="0">
                          <a:solidFill>
                            <a:srgbClr val="000000"/>
                          </a:solidFill>
                          <a:latin typeface="Calibri"/>
                        </a:rPr>
                        <a:t>+0.11</a:t>
                      </a:r>
                    </a:p>
                  </a:txBody>
                  <a:tcPr/>
                </a:tc>
              </a:tr>
              <a:tr h="137159">
                <a:tc>
                  <a:txBody>
                    <a:bodyPr lIns="54864" rIns="54864" tIns="18288" bIns="18288" wrap="square" anchor="ctr"/>
                    <a:lstStyle/>
                    <a:p>
                      <a:pPr algn="l"/>
                      <a:r>
                        <a:rPr sz="700" b="0">
                          <a:solidFill>
                            <a:srgbClr val="000000"/>
                          </a:solidFill>
                          <a:latin typeface="Calibri"/>
                        </a:rPr>
                        <a:t>18.20</a:t>
                      </a:r>
                    </a:p>
                  </a:txBody>
                  <a:tcPr/>
                </a:tc>
                <a:tc>
                  <a:txBody>
                    <a:bodyPr lIns="54864" rIns="54864" tIns="18288" bIns="18288" wrap="square" anchor="ctr"/>
                    <a:lstStyle/>
                    <a:p>
                      <a:pPr algn="l"/>
                      <a:r>
                        <a:rPr sz="700" b="0">
                          <a:solidFill>
                            <a:srgbClr val="000000"/>
                          </a:solidFill>
                          <a:latin typeface="Calibri"/>
                        </a:rPr>
                        <a:t>0.2320</a:t>
                      </a:r>
                    </a:p>
                  </a:txBody>
                  <a:tcPr/>
                </a:tc>
                <a:tc>
                  <a:txBody>
                    <a:bodyPr lIns="54864" rIns="54864" tIns="18288" bIns="18288" wrap="square" anchor="ctr"/>
                    <a:lstStyle/>
                    <a:p>
                      <a:pPr algn="l"/>
                      <a:r>
                        <a:rPr sz="700" b="0">
                          <a:solidFill>
                            <a:srgbClr val="000000"/>
                          </a:solidFill>
                          <a:latin typeface="Calibri"/>
                        </a:rPr>
                        <a:t>0.2318</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+0.09</a:t>
                      </a:r>
                    </a:p>
                  </a:txBody>
                  <a:tcPr/>
                </a:tc>
              </a:tr>
              <a:tr h="137159">
                <a:tc>
                  <a:txBody>
                    <a:bodyPr lIns="54864" rIns="54864" tIns="18288" bIns="18288" wrap="square" anchor="ctr"/>
                    <a:lstStyle/>
                    <a:p>
                      <a:pPr algn="l"/>
                      <a:r>
                        <a:rPr sz="700" b="0">
                          <a:solidFill>
                            <a:srgbClr val="000000"/>
                          </a:solidFill>
                          <a:latin typeface="Calibri"/>
                        </a:rPr>
                        <a:t>18.25</a:t>
                      </a:r>
                    </a:p>
                  </a:txBody>
                  <a:tcPr/>
                </a:tc>
                <a:tc>
                  <a:txBody>
                    <a:bodyPr lIns="54864" rIns="54864" tIns="18288" bIns="18288" wrap="square" anchor="ctr"/>
                    <a:lstStyle/>
                    <a:p>
                      <a:pPr algn="l"/>
                      <a:r>
                        <a:rPr sz="700" b="0">
                          <a:solidFill>
                            <a:srgbClr val="000000"/>
                          </a:solidFill>
                          <a:latin typeface="Calibri"/>
                        </a:rPr>
                        <a:t>0.2362</a:t>
                      </a:r>
                    </a:p>
                  </a:txBody>
                  <a:tcPr/>
                </a:tc>
                <a:tc>
                  <a:txBody>
                    <a:bodyPr lIns="54864" rIns="54864" tIns="18288" bIns="18288" wrap="square" anchor="ctr"/>
                    <a:lstStyle/>
                    <a:p>
                      <a:pPr algn="l"/>
                      <a:r>
                        <a:rPr sz="700" b="0">
                          <a:solidFill>
                            <a:srgbClr val="000000"/>
                          </a:solidFill>
                          <a:latin typeface="Calibri"/>
                        </a:rPr>
                        <a:t>0.2351</a:t>
                      </a:r>
                    </a:p>
                  </a:txBody>
                  <a:tcPr/>
                </a:tc>
                <a:tc>
                  <a:txBody>
                    <a:bodyPr lIns="54864" rIns="54864" tIns="18288" bIns="18288" wrap="square" anchor="ctr"/>
                    <a:lstStyle/>
                    <a:p>
                      <a:pPr algn="l"/>
                      <a:r>
                        <a:rPr sz="700" b="0">
                          <a:solidFill>
                            <a:srgbClr val="000000"/>
                          </a:solidFill>
                          <a:latin typeface="Calibri"/>
                        </a:rPr>
                        <a:t>+11</a:t>
                      </a:r>
                    </a:p>
                  </a:txBody>
                  <a:tcPr/>
                </a:tc>
                <a:tc>
                  <a:txBody>
                    <a:bodyPr lIns="54864" rIns="54864" tIns="18288" bIns="18288" wrap="square" anchor="ctr"/>
                    <a:lstStyle/>
                    <a:p>
                      <a:pPr algn="l"/>
                      <a:r>
                        <a:rPr sz="700" b="0">
                          <a:solidFill>
                            <a:srgbClr val="000000"/>
                          </a:solidFill>
                          <a:latin typeface="Calibri"/>
                        </a:rPr>
                        <a:t>+0.46</a:t>
                      </a:r>
                    </a:p>
                  </a:txBody>
                  <a:tcPr/>
                </a:tc>
              </a:tr>
              <a:tr h="137159">
                <a:tc>
                  <a:txBody>
                    <a:bodyPr lIns="54864" rIns="54864" tIns="18288" bIns="18288" wrap="square" anchor="ctr"/>
                    <a:lstStyle/>
                    <a:p>
                      <a:pPr algn="l"/>
                      <a:r>
                        <a:rPr sz="700" b="0">
                          <a:solidFill>
                            <a:srgbClr val="000000"/>
                          </a:solidFill>
                          <a:latin typeface="Calibri"/>
                        </a:rPr>
                        <a:t>18.30</a:t>
                      </a:r>
                    </a:p>
                  </a:txBody>
                  <a:tcPr/>
                </a:tc>
                <a:tc>
                  <a:txBody>
                    <a:bodyPr lIns="54864" rIns="54864" tIns="18288" bIns="18288" wrap="square" anchor="ctr"/>
                    <a:lstStyle/>
                    <a:p>
                      <a:pPr algn="l"/>
                      <a:r>
                        <a:rPr sz="700" b="0">
                          <a:solidFill>
                            <a:srgbClr val="000000"/>
                          </a:solidFill>
                          <a:latin typeface="Calibri"/>
                        </a:rPr>
                        <a:t>0.2400</a:t>
                      </a:r>
                    </a:p>
                  </a:txBody>
                  <a:tcPr/>
                </a:tc>
                <a:tc>
                  <a:txBody>
                    <a:bodyPr lIns="54864" rIns="54864" tIns="18288" bIns="18288" wrap="square" anchor="ctr"/>
                    <a:lstStyle/>
                    <a:p>
                      <a:pPr algn="l"/>
                      <a:r>
                        <a:rPr sz="700" b="0">
                          <a:solidFill>
                            <a:srgbClr val="000000"/>
                          </a:solidFill>
                          <a:latin typeface="Calibri"/>
                        </a:rPr>
                        <a:t>0.2391</a:t>
                      </a:r>
                    </a:p>
                  </a:txBody>
                  <a:tcPr/>
                </a:tc>
                <a:tc>
                  <a:txBody>
                    <a:bodyPr lIns="54864" rIns="54864" tIns="18288" bIns="18288" wrap="square" anchor="ctr"/>
                    <a:lstStyle/>
                    <a:p>
                      <a:pPr algn="l"/>
                      <a:r>
                        <a:rPr sz="700" b="0">
                          <a:solidFill>
                            <a:srgbClr val="000000"/>
                          </a:solidFill>
                          <a:latin typeface="Calibri"/>
                        </a:rPr>
                        <a:t>+9</a:t>
                      </a:r>
                    </a:p>
                  </a:txBody>
                  <a:tcPr/>
                </a:tc>
                <a:tc>
                  <a:txBody>
                    <a:bodyPr lIns="54864" rIns="54864" tIns="18288" bIns="18288" wrap="square" anchor="ctr"/>
                    <a:lstStyle/>
                    <a:p>
                      <a:pPr algn="l"/>
                      <a:r>
                        <a:rPr sz="700" b="0">
                          <a:solidFill>
                            <a:srgbClr val="000000"/>
                          </a:solidFill>
                          <a:latin typeface="Calibri"/>
                        </a:rPr>
                        <a:t>+0.39</a:t>
                      </a:r>
                    </a:p>
                  </a:txBody>
                  <a:tcPr/>
                </a:tc>
              </a:tr>
              <a:tr h="137159">
                <a:tc>
                  <a:txBody>
                    <a:bodyPr lIns="54864" rIns="54864" tIns="18288" bIns="18288" wrap="square" anchor="ctr"/>
                    <a:lstStyle/>
                    <a:p>
                      <a:pPr algn="l"/>
                      <a:r>
                        <a:rPr sz="700" b="0">
                          <a:solidFill>
                            <a:srgbClr val="000000"/>
                          </a:solidFill>
                          <a:latin typeface="Calibri"/>
                        </a:rPr>
                        <a:t>18.35</a:t>
                      </a:r>
                    </a:p>
                  </a:txBody>
                  <a:tcPr/>
                </a:tc>
                <a:tc>
                  <a:txBody>
                    <a:bodyPr lIns="54864" rIns="54864" tIns="18288" bIns="18288" wrap="square" anchor="ctr"/>
                    <a:lstStyle/>
                    <a:p>
                      <a:pPr algn="l"/>
                      <a:r>
                        <a:rPr sz="700" b="0">
                          <a:solidFill>
                            <a:srgbClr val="000000"/>
                          </a:solidFill>
                          <a:latin typeface="Calibri"/>
                        </a:rPr>
                        <a:t>0.2439</a:t>
                      </a:r>
                    </a:p>
                  </a:txBody>
                  <a:tcPr/>
                </a:tc>
                <a:tc>
                  <a:txBody>
                    <a:bodyPr lIns="54864" rIns="54864" tIns="18288" bIns="18288" wrap="square" anchor="ctr"/>
                    <a:lstStyle/>
                    <a:p>
                      <a:pPr algn="l"/>
                      <a:r>
                        <a:rPr sz="700" b="0">
                          <a:solidFill>
                            <a:srgbClr val="000000"/>
                          </a:solidFill>
                          <a:latin typeface="Calibri"/>
                        </a:rPr>
                        <a:t>0.2429</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+0.39</a:t>
                      </a:r>
                    </a:p>
                  </a:txBody>
                  <a:tcPr/>
                </a:tc>
              </a:tr>
              <a:tr h="137159">
                <a:tc>
                  <a:txBody>
                    <a:bodyPr lIns="54864" rIns="54864" tIns="18288" bIns="18288" wrap="square" anchor="ctr"/>
                    <a:lstStyle/>
                    <a:p>
                      <a:pPr algn="l"/>
                      <a:r>
                        <a:rPr sz="700" b="0">
                          <a:solidFill>
                            <a:srgbClr val="000000"/>
                          </a:solidFill>
                          <a:latin typeface="Calibri"/>
                        </a:rPr>
                        <a:t>18.40</a:t>
                      </a:r>
                    </a:p>
                  </a:txBody>
                  <a:tcPr/>
                </a:tc>
                <a:tc>
                  <a:txBody>
                    <a:bodyPr lIns="54864" rIns="54864" tIns="18288" bIns="18288" wrap="square" anchor="ctr"/>
                    <a:lstStyle/>
                    <a:p>
                      <a:pPr algn="l"/>
                      <a:r>
                        <a:rPr sz="700" b="0">
                          <a:solidFill>
                            <a:srgbClr val="000000"/>
                          </a:solidFill>
                          <a:latin typeface="Calibri"/>
                        </a:rPr>
                        <a:t>0.2462</a:t>
                      </a:r>
                    </a:p>
                  </a:txBody>
                  <a:tcPr/>
                </a:tc>
                <a:tc>
                  <a:txBody>
                    <a:bodyPr lIns="54864" rIns="54864" tIns="18288" bIns="18288" wrap="square" anchor="ctr"/>
                    <a:lstStyle/>
                    <a:p>
                      <a:pPr algn="l"/>
                      <a:r>
                        <a:rPr sz="700" b="0">
                          <a:solidFill>
                            <a:srgbClr val="000000"/>
                          </a:solidFill>
                          <a:latin typeface="Calibri"/>
                        </a:rPr>
                        <a:t>0.2462</a:t>
                      </a:r>
                    </a:p>
                  </a:txBody>
                  <a:tcPr/>
                </a:tc>
                <a:tc>
                  <a:txBody>
                    <a:bodyPr lIns="54864" rIns="54864" tIns="18288" bIns="18288" wrap="square" anchor="ctr"/>
                    <a:lstStyle/>
                    <a:p>
                      <a:pPr algn="l"/>
                      <a:r>
                        <a:rPr sz="700" b="0">
                          <a:solidFill>
                            <a:srgbClr val="000000"/>
                          </a:solidFill>
                          <a:latin typeface="Calibri"/>
                        </a:rPr>
                        <a:t>-1</a:t>
                      </a:r>
                    </a:p>
                  </a:txBody>
                  <a:tcPr/>
                </a:tc>
                <a:tc>
                  <a:txBody>
                    <a:bodyPr lIns="54864" rIns="54864" tIns="18288" bIns="18288" wrap="square" anchor="ctr"/>
                    <a:lstStyle/>
                    <a:p>
                      <a:pPr algn="l"/>
                      <a:r>
                        <a:rPr sz="700" b="0">
                          <a:solidFill>
                            <a:srgbClr val="000000"/>
                          </a:solidFill>
                          <a:latin typeface="Calibri"/>
                        </a:rPr>
                        <a:t>-0.03</a:t>
                      </a:r>
                    </a:p>
                  </a:txBody>
                  <a:tcPr/>
                </a:tc>
              </a:tr>
              <a:tr h="137159">
                <a:tc>
                  <a:txBody>
                    <a:bodyPr lIns="54864" rIns="54864" tIns="18288" bIns="18288" wrap="square" anchor="ctr"/>
                    <a:lstStyle/>
                    <a:p>
                      <a:pPr algn="l"/>
                      <a:r>
                        <a:rPr sz="700" b="0">
                          <a:solidFill>
                            <a:srgbClr val="000000"/>
                          </a:solidFill>
                          <a:latin typeface="Calibri"/>
                        </a:rPr>
                        <a:t>18.45</a:t>
                      </a:r>
                    </a:p>
                  </a:txBody>
                  <a:tcPr/>
                </a:tc>
                <a:tc>
                  <a:txBody>
                    <a:bodyPr lIns="54864" rIns="54864" tIns="18288" bIns="18288" wrap="square" anchor="ctr"/>
                    <a:lstStyle/>
                    <a:p>
                      <a:pPr algn="l"/>
                      <a:r>
                        <a:rPr sz="700" b="0">
                          <a:solidFill>
                            <a:srgbClr val="000000"/>
                          </a:solidFill>
                          <a:latin typeface="Calibri"/>
                        </a:rPr>
                        <a:t>0.2506</a:t>
                      </a:r>
                    </a:p>
                  </a:txBody>
                  <a:tcPr/>
                </a:tc>
                <a:tc>
                  <a:txBody>
                    <a:bodyPr lIns="54864" rIns="54864" tIns="18288" bIns="18288" wrap="square" anchor="ctr"/>
                    <a:lstStyle/>
                    <a:p>
                      <a:pPr algn="l"/>
                      <a:r>
                        <a:rPr sz="700" b="0">
                          <a:solidFill>
                            <a:srgbClr val="000000"/>
                          </a:solidFill>
                          <a:latin typeface="Calibri"/>
                        </a:rPr>
                        <a:t>0.2503</a:t>
                      </a:r>
                    </a:p>
                  </a:txBody>
                  <a:tcPr/>
                </a:tc>
                <a:tc>
                  <a:txBody>
                    <a:bodyPr lIns="54864" rIns="54864" tIns="18288" bIns="18288" wrap="square" anchor="ctr"/>
                    <a:lstStyle/>
                    <a:p>
                      <a:pPr algn="l"/>
                      <a:r>
                        <a:rPr sz="700" b="0">
                          <a:solidFill>
                            <a:srgbClr val="000000"/>
                          </a:solidFill>
                          <a:latin typeface="Calibri"/>
                        </a:rPr>
                        <a:t>+3</a:t>
                      </a:r>
                    </a:p>
                  </a:txBody>
                  <a:tcPr/>
                </a:tc>
                <a:tc>
                  <a:txBody>
                    <a:bodyPr lIns="54864" rIns="54864" tIns="18288" bIns="18288" wrap="square" anchor="ctr"/>
                    <a:lstStyle/>
                    <a:p>
                      <a:pPr algn="l"/>
                      <a:r>
                        <a:rPr sz="700" b="0">
                          <a:solidFill>
                            <a:srgbClr val="000000"/>
                          </a:solidFill>
                          <a:latin typeface="Calibri"/>
                        </a:rPr>
                        <a:t>+0.12</a:t>
                      </a:r>
                    </a:p>
                  </a:txBody>
                  <a:tcPr/>
                </a:tc>
              </a:tr>
              <a:tr h="137159">
                <a:tc>
                  <a:txBody>
                    <a:bodyPr lIns="54864" rIns="54864" tIns="18288" bIns="18288" wrap="square" anchor="ctr"/>
                    <a:lstStyle/>
                    <a:p>
                      <a:pPr algn="l"/>
                      <a:r>
                        <a:rPr sz="700" b="0">
                          <a:solidFill>
                            <a:srgbClr val="000000"/>
                          </a:solidFill>
                          <a:latin typeface="Calibri"/>
                        </a:rPr>
                        <a:t>18.50</a:t>
                      </a:r>
                    </a:p>
                  </a:txBody>
                  <a:tcPr/>
                </a:tc>
                <a:tc>
                  <a:txBody>
                    <a:bodyPr lIns="54864" rIns="54864" tIns="18288" bIns="18288" wrap="square" anchor="ctr"/>
                    <a:lstStyle/>
                    <a:p>
                      <a:pPr algn="l"/>
                      <a:r>
                        <a:rPr sz="700" b="0">
                          <a:solidFill>
                            <a:srgbClr val="000000"/>
                          </a:solidFill>
                          <a:latin typeface="Calibri"/>
                        </a:rPr>
                        <a:t>0.2546</a:t>
                      </a:r>
                    </a:p>
                  </a:txBody>
                  <a:tcPr/>
                </a:tc>
                <a:tc>
                  <a:txBody>
                    <a:bodyPr lIns="54864" rIns="54864" tIns="18288" bIns="18288" wrap="square" anchor="ctr"/>
                    <a:lstStyle/>
                    <a:p>
                      <a:pPr algn="l"/>
                      <a:r>
                        <a:rPr sz="700" b="0">
                          <a:solidFill>
                            <a:srgbClr val="000000"/>
                          </a:solidFill>
                          <a:latin typeface="Calibri"/>
                        </a:rPr>
                        <a:t>0.2541</a:t>
                      </a:r>
                    </a:p>
                  </a:txBody>
                  <a:tcPr/>
                </a:tc>
                <a:tc>
                  <a:txBody>
                    <a:bodyPr lIns="54864" rIns="54864" tIns="18288" bIns="18288" wrap="square" anchor="ctr"/>
                    <a:lstStyle/>
                    <a:p>
                      <a:pPr algn="l"/>
                      <a:r>
                        <a:rPr sz="700" b="0">
                          <a:solidFill>
                            <a:srgbClr val="000000"/>
                          </a:solidFill>
                          <a:latin typeface="Calibri"/>
                        </a:rPr>
                        <a:t>+5</a:t>
                      </a:r>
                    </a:p>
                  </a:txBody>
                  <a:tcPr/>
                </a:tc>
                <a:tc>
                  <a:txBody>
                    <a:bodyPr lIns="54864" rIns="54864" tIns="18288" bIns="18288" wrap="square" anchor="ctr"/>
                    <a:lstStyle/>
                    <a:p>
                      <a:pPr algn="l"/>
                      <a:r>
                        <a:rPr sz="700" b="0">
                          <a:solidFill>
                            <a:srgbClr val="000000"/>
                          </a:solidFill>
                          <a:latin typeface="Calibri"/>
                        </a:rPr>
                        <a:t>+0.20</a:t>
                      </a:r>
                    </a:p>
                  </a:txBody>
                  <a:tcPr/>
                </a:tc>
              </a:tr>
              <a:tr h="137187">
                <a:tc>
                  <a:txBody>
                    <a:bodyPr lIns="54864" rIns="54864" tIns="18288" bIns="18288" wrap="square" anchor="ctr"/>
                    <a:lstStyle/>
                    <a:p>
                      <a:pPr algn="l"/>
                      <a:r>
                        <a:rPr sz="700" b="0">
                          <a:solidFill>
                            <a:srgbClr val="000000"/>
                          </a:solidFill>
                          <a:latin typeface="Calibri"/>
                        </a:rPr>
                        <a:t>18.55</a:t>
                      </a:r>
                    </a:p>
                  </a:txBody>
                  <a:tcPr/>
                </a:tc>
                <a:tc>
                  <a:txBody>
                    <a:bodyPr lIns="54864" rIns="54864" tIns="18288" bIns="18288" wrap="square" anchor="ctr"/>
                    <a:lstStyle/>
                    <a:p>
                      <a:pPr algn="l"/>
                      <a:r>
                        <a:rPr sz="700" b="0">
                          <a:solidFill>
                            <a:srgbClr val="000000"/>
                          </a:solidFill>
                          <a:latin typeface="Calibri"/>
                        </a:rPr>
                        <a:t>0.2591</a:t>
                      </a:r>
                    </a:p>
                  </a:txBody>
                  <a:tcPr/>
                </a:tc>
                <a:tc>
                  <a:txBody>
                    <a:bodyPr lIns="54864" rIns="54864" tIns="18288" bIns="18288" wrap="square" anchor="ctr"/>
                    <a:lstStyle/>
                    <a:p>
                      <a:pPr algn="l"/>
                      <a:r>
                        <a:rPr sz="700" b="0">
                          <a:solidFill>
                            <a:srgbClr val="000000"/>
                          </a:solidFill>
                          <a:latin typeface="Calibri"/>
                        </a:rPr>
                        <a:t>0.2581</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+0.39</a:t>
                      </a:r>
                    </a:p>
                  </a:txBody>
                  <a:tcPr/>
                </a:tc>
              </a:tr>
            </a:tbl>
          </a:graphicData>
        </a:graphic>
      </p:graphicFrame>
      <p:graphicFrame>
        <p:nvGraphicFramePr>
          <p:cNvPr id="8" name="Table 7"/>
          <p:cNvGraphicFramePr>
            <a:graphicFrameLocks noGrp="1"/>
          </p:cNvGraphicFramePr>
          <p:nvPr/>
        </p:nvGraphicFramePr>
        <p:xfrm>
          <a:off x="8028431" y="1591056"/>
          <a:ext cx="3703320" cy="3840480"/>
        </p:xfrm>
        <a:graphic>
          <a:graphicData uri="http://schemas.openxmlformats.org/drawingml/2006/table">
            <a:tbl>
              <a:tblPr firstRow="1" bandRow="1">
                <a:tableStyleId>{5C22544A-7EE6-4342-B048-85BDC9FD1C3A}</a:tableStyleId>
              </a:tblPr>
              <a:tblGrid>
                <a:gridCol w="658368"/>
                <a:gridCol w="804672"/>
                <a:gridCol w="777240"/>
                <a:gridCol w="658368"/>
                <a:gridCol w="804672"/>
              </a:tblGrid>
              <a:tr h="137160">
                <a:tc>
                  <a:txBody>
                    <a:bodyPr lIns="54864" rIns="54864" tIns="18288" bIns="18288" wrap="square" anchor="ctr"/>
                    <a:lstStyle/>
                    <a:p>
                      <a:pPr algn="l"/>
                      <a:r>
                        <a:rPr sz="750" b="1">
                          <a:solidFill>
                            <a:srgbClr val="FFFFFF"/>
                          </a:solidFill>
                          <a:latin typeface="Calibri"/>
                        </a:rPr>
                        <a:t>t (s)</a:t>
                      </a:r>
                    </a:p>
                  </a:txBody>
                  <a:tcPr>
                    <a:solidFill>
                      <a:srgbClr val="143D2F"/>
                    </a:solidFill>
                  </a:tcPr>
                </a:tc>
                <a:tc>
                  <a:txBody>
                    <a:bodyPr lIns="54864" rIns="54864" tIns="18288" bIns="18288" wrap="square" anchor="ctr"/>
                    <a:lstStyle/>
                    <a:p>
                      <a:pPr algn="l"/>
                      <a:r>
                        <a:rPr sz="750" b="1">
                          <a:solidFill>
                            <a:srgbClr val="FFFFFF"/>
                          </a:solidFill>
                          <a:latin typeface="Calibri"/>
                        </a:rPr>
                        <a:t>PPD-UTM</a:t>
                      </a:r>
                    </a:p>
                  </a:txBody>
                  <a:tcPr>
                    <a:solidFill>
                      <a:srgbClr val="143D2F"/>
                    </a:solidFill>
                  </a:tcPr>
                </a:tc>
                <a:tc>
                  <a:txBody>
                    <a:bodyPr lIns="54864" rIns="54864" tIns="18288" bIns="18288" wrap="square" anchor="ctr"/>
                    <a:lstStyle/>
                    <a:p>
                      <a:pPr algn="l"/>
                      <a:r>
                        <a:rPr sz="750" b="1">
                          <a:solidFill>
                            <a:srgbClr val="FFFFFF"/>
                          </a:solidFill>
                          <a:latin typeface="Calibri"/>
                        </a:rPr>
                        <a:t>XT-205</a:t>
                      </a:r>
                    </a:p>
                  </a:txBody>
                  <a:tcPr>
                    <a:solidFill>
                      <a:srgbClr val="143D2F"/>
                    </a:solidFill>
                  </a:tcPr>
                </a:tc>
                <a:tc>
                  <a:txBody>
                    <a:bodyPr lIns="54864" rIns="54864" tIns="18288" bIns="18288" wrap="square" anchor="ctr"/>
                    <a:lstStyle/>
                    <a:p>
                      <a:pPr algn="l"/>
                      <a:r>
                        <a:rPr sz="750" b="1">
                          <a:solidFill>
                            <a:srgbClr val="FFFFFF"/>
                          </a:solidFill>
                          <a:latin typeface="Calibri"/>
                        </a:rPr>
                        <a:t>Δ µε</a:t>
                      </a:r>
                    </a:p>
                  </a:txBody>
                  <a:tcPr>
                    <a:solidFill>
                      <a:srgbClr val="143D2F"/>
                    </a:solidFill>
                  </a:tcPr>
                </a:tc>
                <a:tc>
                  <a:txBody>
                    <a:bodyPr lIns="54864" rIns="54864" tIns="18288" bIns="18288" wrap="square" anchor="ctr"/>
                    <a:lstStyle/>
                    <a:p>
                      <a:pPr algn="l"/>
                      <a:r>
                        <a:rPr sz="750" b="1">
                          <a:solidFill>
                            <a:srgbClr val="FFFFFF"/>
                          </a:solidFill>
                          <a:latin typeface="Calibri"/>
                        </a:rPr>
                        <a:t>Δ %</a:t>
                      </a:r>
                    </a:p>
                  </a:txBody>
                  <a:tcPr>
                    <a:solidFill>
                      <a:srgbClr val="143D2F"/>
                    </a:solidFill>
                  </a:tcPr>
                </a:tc>
              </a:tr>
              <a:tr h="137160">
                <a:tc>
                  <a:txBody>
                    <a:bodyPr lIns="54864" rIns="54864" tIns="18288" bIns="18288" wrap="square" anchor="ctr"/>
                    <a:lstStyle/>
                    <a:p>
                      <a:pPr algn="l"/>
                      <a:r>
                        <a:rPr sz="700" b="0">
                          <a:solidFill>
                            <a:srgbClr val="000000"/>
                          </a:solidFill>
                          <a:latin typeface="Calibri"/>
                        </a:rPr>
                        <a:t>18.60</a:t>
                      </a:r>
                    </a:p>
                  </a:txBody>
                  <a:tcPr/>
                </a:tc>
                <a:tc>
                  <a:txBody>
                    <a:bodyPr lIns="54864" rIns="54864" tIns="18288" bIns="18288" wrap="square" anchor="ctr"/>
                    <a:lstStyle/>
                    <a:p>
                      <a:pPr algn="l"/>
                      <a:r>
                        <a:rPr sz="700" b="0">
                          <a:solidFill>
                            <a:srgbClr val="000000"/>
                          </a:solidFill>
                          <a:latin typeface="Calibri"/>
                        </a:rPr>
                        <a:t>0.2631</a:t>
                      </a:r>
                    </a:p>
                  </a:txBody>
                  <a:tcPr/>
                </a:tc>
                <a:tc>
                  <a:txBody>
                    <a:bodyPr lIns="54864" rIns="54864" tIns="18288" bIns="18288" wrap="square" anchor="ctr"/>
                    <a:lstStyle/>
                    <a:p>
                      <a:pPr algn="l"/>
                      <a:r>
                        <a:rPr sz="700" b="0">
                          <a:solidFill>
                            <a:srgbClr val="000000"/>
                          </a:solidFill>
                          <a:latin typeface="Calibri"/>
                        </a:rPr>
                        <a:t>0.2624</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+0.27</a:t>
                      </a:r>
                    </a:p>
                  </a:txBody>
                  <a:tcPr/>
                </a:tc>
              </a:tr>
              <a:tr h="137160">
                <a:tc>
                  <a:txBody>
                    <a:bodyPr lIns="54864" rIns="54864" tIns="18288" bIns="18288" wrap="square" anchor="ctr"/>
                    <a:lstStyle/>
                    <a:p>
                      <a:pPr algn="l"/>
                      <a:r>
                        <a:rPr sz="700" b="0">
                          <a:solidFill>
                            <a:srgbClr val="000000"/>
                          </a:solidFill>
                          <a:latin typeface="Calibri"/>
                        </a:rPr>
                        <a:t>18.65</a:t>
                      </a:r>
                    </a:p>
                  </a:txBody>
                  <a:tcPr/>
                </a:tc>
                <a:tc>
                  <a:txBody>
                    <a:bodyPr lIns="54864" rIns="54864" tIns="18288" bIns="18288" wrap="square" anchor="ctr"/>
                    <a:lstStyle/>
                    <a:p>
                      <a:pPr algn="l"/>
                      <a:r>
                        <a:rPr sz="700" b="0">
                          <a:solidFill>
                            <a:srgbClr val="000000"/>
                          </a:solidFill>
                          <a:latin typeface="Calibri"/>
                        </a:rPr>
                        <a:t>0.2669</a:t>
                      </a:r>
                    </a:p>
                  </a:txBody>
                  <a:tcPr/>
                </a:tc>
                <a:tc>
                  <a:txBody>
                    <a:bodyPr lIns="54864" rIns="54864" tIns="18288" bIns="18288" wrap="square" anchor="ctr"/>
                    <a:lstStyle/>
                    <a:p>
                      <a:pPr algn="l"/>
                      <a:r>
                        <a:rPr sz="700" b="0">
                          <a:solidFill>
                            <a:srgbClr val="000000"/>
                          </a:solidFill>
                          <a:latin typeface="Calibri"/>
                        </a:rPr>
                        <a:t>0.2659</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+0.36</a:t>
                      </a:r>
                    </a:p>
                  </a:txBody>
                  <a:tcPr/>
                </a:tc>
              </a:tr>
              <a:tr h="137160">
                <a:tc>
                  <a:txBody>
                    <a:bodyPr lIns="54864" rIns="54864" tIns="18288" bIns="18288" wrap="square" anchor="ctr"/>
                    <a:lstStyle/>
                    <a:p>
                      <a:pPr algn="l"/>
                      <a:r>
                        <a:rPr sz="700" b="0">
                          <a:solidFill>
                            <a:srgbClr val="000000"/>
                          </a:solidFill>
                          <a:latin typeface="Calibri"/>
                        </a:rPr>
                        <a:t>18.70</a:t>
                      </a:r>
                    </a:p>
                  </a:txBody>
                  <a:tcPr/>
                </a:tc>
                <a:tc>
                  <a:txBody>
                    <a:bodyPr lIns="54864" rIns="54864" tIns="18288" bIns="18288" wrap="square" anchor="ctr"/>
                    <a:lstStyle/>
                    <a:p>
                      <a:pPr algn="l"/>
                      <a:r>
                        <a:rPr sz="700" b="0">
                          <a:solidFill>
                            <a:srgbClr val="000000"/>
                          </a:solidFill>
                          <a:latin typeface="Calibri"/>
                        </a:rPr>
                        <a:t>0.2701</a:t>
                      </a:r>
                    </a:p>
                  </a:txBody>
                  <a:tcPr/>
                </a:tc>
                <a:tc>
                  <a:txBody>
                    <a:bodyPr lIns="54864" rIns="54864" tIns="18288" bIns="18288" wrap="square" anchor="ctr"/>
                    <a:lstStyle/>
                    <a:p>
                      <a:pPr algn="l"/>
                      <a:r>
                        <a:rPr sz="700" b="0">
                          <a:solidFill>
                            <a:srgbClr val="000000"/>
                          </a:solidFill>
                          <a:latin typeface="Calibri"/>
                        </a:rPr>
                        <a:t>0.2694</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+0.27</a:t>
                      </a:r>
                    </a:p>
                  </a:txBody>
                  <a:tcPr/>
                </a:tc>
              </a:tr>
              <a:tr h="137160">
                <a:tc>
                  <a:txBody>
                    <a:bodyPr lIns="54864" rIns="54864" tIns="18288" bIns="18288" wrap="square" anchor="ctr"/>
                    <a:lstStyle/>
                    <a:p>
                      <a:pPr algn="l"/>
                      <a:r>
                        <a:rPr sz="700" b="0">
                          <a:solidFill>
                            <a:srgbClr val="000000"/>
                          </a:solidFill>
                          <a:latin typeface="Calibri"/>
                        </a:rPr>
                        <a:t>18.75</a:t>
                      </a:r>
                    </a:p>
                  </a:txBody>
                  <a:tcPr/>
                </a:tc>
                <a:tc>
                  <a:txBody>
                    <a:bodyPr lIns="54864" rIns="54864" tIns="18288" bIns="18288" wrap="square" anchor="ctr"/>
                    <a:lstStyle/>
                    <a:p>
                      <a:pPr algn="l"/>
                      <a:r>
                        <a:rPr sz="700" b="0">
                          <a:solidFill>
                            <a:srgbClr val="000000"/>
                          </a:solidFill>
                          <a:latin typeface="Calibri"/>
                        </a:rPr>
                        <a:t>0.2737</a:t>
                      </a:r>
                    </a:p>
                  </a:txBody>
                  <a:tcPr/>
                </a:tc>
                <a:tc>
                  <a:txBody>
                    <a:bodyPr lIns="54864" rIns="54864" tIns="18288" bIns="18288" wrap="square" anchor="ctr"/>
                    <a:lstStyle/>
                    <a:p>
                      <a:pPr algn="l"/>
                      <a:r>
                        <a:rPr sz="700" b="0">
                          <a:solidFill>
                            <a:srgbClr val="000000"/>
                          </a:solidFill>
                          <a:latin typeface="Calibri"/>
                        </a:rPr>
                        <a:t>0.2735</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+0.07</a:t>
                      </a:r>
                    </a:p>
                  </a:txBody>
                  <a:tcPr/>
                </a:tc>
              </a:tr>
              <a:tr h="137160">
                <a:tc>
                  <a:txBody>
                    <a:bodyPr lIns="54864" rIns="54864" tIns="18288" bIns="18288" wrap="square" anchor="ctr"/>
                    <a:lstStyle/>
                    <a:p>
                      <a:pPr algn="l"/>
                      <a:r>
                        <a:rPr sz="700" b="0">
                          <a:solidFill>
                            <a:srgbClr val="000000"/>
                          </a:solidFill>
                          <a:latin typeface="Calibri"/>
                        </a:rPr>
                        <a:t>18.80</a:t>
                      </a:r>
                    </a:p>
                  </a:txBody>
                  <a:tcPr/>
                </a:tc>
                <a:tc>
                  <a:txBody>
                    <a:bodyPr lIns="54864" rIns="54864" tIns="18288" bIns="18288" wrap="square" anchor="ctr"/>
                    <a:lstStyle/>
                    <a:p>
                      <a:pPr algn="l"/>
                      <a:r>
                        <a:rPr sz="700" b="0">
                          <a:solidFill>
                            <a:srgbClr val="000000"/>
                          </a:solidFill>
                          <a:latin typeface="Calibri"/>
                        </a:rPr>
                        <a:t>0.2780</a:t>
                      </a:r>
                    </a:p>
                  </a:txBody>
                  <a:tcPr/>
                </a:tc>
                <a:tc>
                  <a:txBody>
                    <a:bodyPr lIns="54864" rIns="54864" tIns="18288" bIns="18288" wrap="square" anchor="ctr"/>
                    <a:lstStyle/>
                    <a:p>
                      <a:pPr algn="l"/>
                      <a:r>
                        <a:rPr sz="700" b="0">
                          <a:solidFill>
                            <a:srgbClr val="000000"/>
                          </a:solidFill>
                          <a:latin typeface="Calibri"/>
                        </a:rPr>
                        <a:t>0.2773</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+0.25</a:t>
                      </a:r>
                    </a:p>
                  </a:txBody>
                  <a:tcPr/>
                </a:tc>
              </a:tr>
              <a:tr h="137160">
                <a:tc>
                  <a:txBody>
                    <a:bodyPr lIns="54864" rIns="54864" tIns="18288" bIns="18288" wrap="square" anchor="ctr"/>
                    <a:lstStyle/>
                    <a:p>
                      <a:pPr algn="l"/>
                      <a:r>
                        <a:rPr sz="700" b="0">
                          <a:solidFill>
                            <a:srgbClr val="000000"/>
                          </a:solidFill>
                          <a:latin typeface="Calibri"/>
                        </a:rPr>
                        <a:t>18.85</a:t>
                      </a:r>
                    </a:p>
                  </a:txBody>
                  <a:tcPr/>
                </a:tc>
                <a:tc>
                  <a:txBody>
                    <a:bodyPr lIns="54864" rIns="54864" tIns="18288" bIns="18288" wrap="square" anchor="ctr"/>
                    <a:lstStyle/>
                    <a:p>
                      <a:pPr algn="l"/>
                      <a:r>
                        <a:rPr sz="700" b="0">
                          <a:solidFill>
                            <a:srgbClr val="000000"/>
                          </a:solidFill>
                          <a:latin typeface="Calibri"/>
                        </a:rPr>
                        <a:t>0.2814</a:t>
                      </a:r>
                    </a:p>
                  </a:txBody>
                  <a:tcPr/>
                </a:tc>
                <a:tc>
                  <a:txBody>
                    <a:bodyPr lIns="54864" rIns="54864" tIns="18288" bIns="18288" wrap="square" anchor="ctr"/>
                    <a:lstStyle/>
                    <a:p>
                      <a:pPr algn="l"/>
                      <a:r>
                        <a:rPr sz="700" b="0">
                          <a:solidFill>
                            <a:srgbClr val="000000"/>
                          </a:solidFill>
                          <a:latin typeface="Calibri"/>
                        </a:rPr>
                        <a:t>0.2806</a:t>
                      </a:r>
                    </a:p>
                  </a:txBody>
                  <a:tcPr/>
                </a:tc>
                <a:tc>
                  <a:txBody>
                    <a:bodyPr lIns="54864" rIns="54864" tIns="18288" bIns="18288" wrap="square" anchor="ctr"/>
                    <a:lstStyle/>
                    <a:p>
                      <a:pPr algn="l"/>
                      <a:r>
                        <a:rPr sz="700" b="0">
                          <a:solidFill>
                            <a:srgbClr val="000000"/>
                          </a:solidFill>
                          <a:latin typeface="Calibri"/>
                        </a:rPr>
                        <a:t>+8</a:t>
                      </a:r>
                    </a:p>
                  </a:txBody>
                  <a:tcPr/>
                </a:tc>
                <a:tc>
                  <a:txBody>
                    <a:bodyPr lIns="54864" rIns="54864" tIns="18288" bIns="18288" wrap="square" anchor="ctr"/>
                    <a:lstStyle/>
                    <a:p>
                      <a:pPr algn="l"/>
                      <a:r>
                        <a:rPr sz="700" b="0">
                          <a:solidFill>
                            <a:srgbClr val="000000"/>
                          </a:solidFill>
                          <a:latin typeface="Calibri"/>
                        </a:rPr>
                        <a:t>+0.29</a:t>
                      </a:r>
                    </a:p>
                  </a:txBody>
                  <a:tcPr/>
                </a:tc>
              </a:tr>
              <a:tr h="137160">
                <a:tc>
                  <a:txBody>
                    <a:bodyPr lIns="54864" rIns="54864" tIns="18288" bIns="18288" wrap="square" anchor="ctr"/>
                    <a:lstStyle/>
                    <a:p>
                      <a:pPr algn="l"/>
                      <a:r>
                        <a:rPr sz="700" b="0">
                          <a:solidFill>
                            <a:srgbClr val="000000"/>
                          </a:solidFill>
                          <a:latin typeface="Calibri"/>
                        </a:rPr>
                        <a:t>18.90</a:t>
                      </a:r>
                    </a:p>
                  </a:txBody>
                  <a:tcPr/>
                </a:tc>
                <a:tc>
                  <a:txBody>
                    <a:bodyPr lIns="54864" rIns="54864" tIns="18288" bIns="18288" wrap="square" anchor="ctr"/>
                    <a:lstStyle/>
                    <a:p>
                      <a:pPr algn="l"/>
                      <a:r>
                        <a:rPr sz="700" b="0">
                          <a:solidFill>
                            <a:srgbClr val="000000"/>
                          </a:solidFill>
                          <a:latin typeface="Calibri"/>
                        </a:rPr>
                        <a:t>0.2857</a:t>
                      </a:r>
                    </a:p>
                  </a:txBody>
                  <a:tcPr/>
                </a:tc>
                <a:tc>
                  <a:txBody>
                    <a:bodyPr lIns="54864" rIns="54864" tIns="18288" bIns="18288" wrap="square" anchor="ctr"/>
                    <a:lstStyle/>
                    <a:p>
                      <a:pPr algn="l"/>
                      <a:r>
                        <a:rPr sz="700" b="0">
                          <a:solidFill>
                            <a:srgbClr val="000000"/>
                          </a:solidFill>
                          <a:latin typeface="Calibri"/>
                        </a:rPr>
                        <a:t>0.2846</a:t>
                      </a:r>
                    </a:p>
                  </a:txBody>
                  <a:tcPr/>
                </a:tc>
                <a:tc>
                  <a:txBody>
                    <a:bodyPr lIns="54864" rIns="54864" tIns="18288" bIns="18288" wrap="square" anchor="ctr"/>
                    <a:lstStyle/>
                    <a:p>
                      <a:pPr algn="l"/>
                      <a:r>
                        <a:rPr sz="700" b="0">
                          <a:solidFill>
                            <a:srgbClr val="000000"/>
                          </a:solidFill>
                          <a:latin typeface="Calibri"/>
                        </a:rPr>
                        <a:t>+11</a:t>
                      </a:r>
                    </a:p>
                  </a:txBody>
                  <a:tcPr/>
                </a:tc>
                <a:tc>
                  <a:txBody>
                    <a:bodyPr lIns="54864" rIns="54864" tIns="18288" bIns="18288" wrap="square" anchor="ctr"/>
                    <a:lstStyle/>
                    <a:p>
                      <a:pPr algn="l"/>
                      <a:r>
                        <a:rPr sz="700" b="0">
                          <a:solidFill>
                            <a:srgbClr val="000000"/>
                          </a:solidFill>
                          <a:latin typeface="Calibri"/>
                        </a:rPr>
                        <a:t>+0.39</a:t>
                      </a:r>
                    </a:p>
                  </a:txBody>
                  <a:tcPr/>
                </a:tc>
              </a:tr>
              <a:tr h="137160">
                <a:tc>
                  <a:txBody>
                    <a:bodyPr lIns="54864" rIns="54864" tIns="18288" bIns="18288" wrap="square" anchor="ctr"/>
                    <a:lstStyle/>
                    <a:p>
                      <a:pPr algn="l"/>
                      <a:r>
                        <a:rPr sz="700" b="0">
                          <a:solidFill>
                            <a:srgbClr val="000000"/>
                          </a:solidFill>
                          <a:latin typeface="Calibri"/>
                        </a:rPr>
                        <a:t>18.95</a:t>
                      </a:r>
                    </a:p>
                  </a:txBody>
                  <a:tcPr/>
                </a:tc>
                <a:tc>
                  <a:txBody>
                    <a:bodyPr lIns="54864" rIns="54864" tIns="18288" bIns="18288" wrap="square" anchor="ctr"/>
                    <a:lstStyle/>
                    <a:p>
                      <a:pPr algn="l"/>
                      <a:r>
                        <a:rPr sz="700" b="0">
                          <a:solidFill>
                            <a:srgbClr val="000000"/>
                          </a:solidFill>
                          <a:latin typeface="Calibri"/>
                        </a:rPr>
                        <a:t>0.2898</a:t>
                      </a:r>
                    </a:p>
                  </a:txBody>
                  <a:tcPr/>
                </a:tc>
                <a:tc>
                  <a:txBody>
                    <a:bodyPr lIns="54864" rIns="54864" tIns="18288" bIns="18288" wrap="square" anchor="ctr"/>
                    <a:lstStyle/>
                    <a:p>
                      <a:pPr algn="l"/>
                      <a:r>
                        <a:rPr sz="700" b="0">
                          <a:solidFill>
                            <a:srgbClr val="000000"/>
                          </a:solidFill>
                          <a:latin typeface="Calibri"/>
                        </a:rPr>
                        <a:t>0.2888</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+0.35</a:t>
                      </a:r>
                    </a:p>
                  </a:txBody>
                  <a:tcPr/>
                </a:tc>
              </a:tr>
              <a:tr h="137160">
                <a:tc>
                  <a:txBody>
                    <a:bodyPr lIns="54864" rIns="54864" tIns="18288" bIns="18288" wrap="square" anchor="ctr"/>
                    <a:lstStyle/>
                    <a:p>
                      <a:pPr algn="l"/>
                      <a:r>
                        <a:rPr sz="700" b="0">
                          <a:solidFill>
                            <a:srgbClr val="000000"/>
                          </a:solidFill>
                          <a:latin typeface="Calibri"/>
                        </a:rPr>
                        <a:t>19.00</a:t>
                      </a:r>
                    </a:p>
                  </a:txBody>
                  <a:tcPr/>
                </a:tc>
                <a:tc>
                  <a:txBody>
                    <a:bodyPr lIns="54864" rIns="54864" tIns="18288" bIns="18288" wrap="square" anchor="ctr"/>
                    <a:lstStyle/>
                    <a:p>
                      <a:pPr algn="l"/>
                      <a:r>
                        <a:rPr sz="700" b="0">
                          <a:solidFill>
                            <a:srgbClr val="000000"/>
                          </a:solidFill>
                          <a:latin typeface="Calibri"/>
                        </a:rPr>
                        <a:t>0.2929</a:t>
                      </a:r>
                    </a:p>
                  </a:txBody>
                  <a:tcPr/>
                </a:tc>
                <a:tc>
                  <a:txBody>
                    <a:bodyPr lIns="54864" rIns="54864" tIns="18288" bIns="18288" wrap="square" anchor="ctr"/>
                    <a:lstStyle/>
                    <a:p>
                      <a:pPr algn="l"/>
                      <a:r>
                        <a:rPr sz="700" b="0">
                          <a:solidFill>
                            <a:srgbClr val="000000"/>
                          </a:solidFill>
                          <a:latin typeface="Calibri"/>
                        </a:rPr>
                        <a:t>0.2927</a:t>
                      </a:r>
                    </a:p>
                  </a:txBody>
                  <a:tcPr/>
                </a:tc>
                <a:tc>
                  <a:txBody>
                    <a:bodyPr lIns="54864" rIns="54864" tIns="18288" bIns="18288" wrap="square" anchor="ctr"/>
                    <a:lstStyle/>
                    <a:p>
                      <a:pPr algn="l"/>
                      <a:r>
                        <a:rPr sz="700" b="0">
                          <a:solidFill>
                            <a:srgbClr val="000000"/>
                          </a:solidFill>
                          <a:latin typeface="Calibri"/>
                        </a:rPr>
                        <a:t>+2</a:t>
                      </a:r>
                    </a:p>
                  </a:txBody>
                  <a:tcPr/>
                </a:tc>
                <a:tc>
                  <a:txBody>
                    <a:bodyPr lIns="54864" rIns="54864" tIns="18288" bIns="18288" wrap="square" anchor="ctr"/>
                    <a:lstStyle/>
                    <a:p>
                      <a:pPr algn="l"/>
                      <a:r>
                        <a:rPr sz="700" b="0">
                          <a:solidFill>
                            <a:srgbClr val="000000"/>
                          </a:solidFill>
                          <a:latin typeface="Calibri"/>
                        </a:rPr>
                        <a:t>+0.06</a:t>
                      </a:r>
                    </a:p>
                  </a:txBody>
                  <a:tcPr/>
                </a:tc>
              </a:tr>
              <a:tr h="137160">
                <a:tc>
                  <a:txBody>
                    <a:bodyPr lIns="54864" rIns="54864" tIns="18288" bIns="18288" wrap="square" anchor="ctr"/>
                    <a:lstStyle/>
                    <a:p>
                      <a:pPr algn="l"/>
                      <a:r>
                        <a:rPr sz="700" b="0">
                          <a:solidFill>
                            <a:srgbClr val="000000"/>
                          </a:solidFill>
                          <a:latin typeface="Calibri"/>
                        </a:rPr>
                        <a:t>19.05</a:t>
                      </a:r>
                    </a:p>
                  </a:txBody>
                  <a:tcPr/>
                </a:tc>
                <a:tc>
                  <a:txBody>
                    <a:bodyPr lIns="54864" rIns="54864" tIns="18288" bIns="18288" wrap="square" anchor="ctr"/>
                    <a:lstStyle/>
                    <a:p>
                      <a:pPr algn="l"/>
                      <a:r>
                        <a:rPr sz="700" b="0">
                          <a:solidFill>
                            <a:srgbClr val="000000"/>
                          </a:solidFill>
                          <a:latin typeface="Calibri"/>
                        </a:rPr>
                        <a:t>0.2967</a:t>
                      </a:r>
                    </a:p>
                  </a:txBody>
                  <a:tcPr/>
                </a:tc>
                <a:tc>
                  <a:txBody>
                    <a:bodyPr lIns="54864" rIns="54864" tIns="18288" bIns="18288" wrap="square" anchor="ctr"/>
                    <a:lstStyle/>
                    <a:p>
                      <a:pPr algn="l"/>
                      <a:r>
                        <a:rPr sz="700" b="0">
                          <a:solidFill>
                            <a:srgbClr val="000000"/>
                          </a:solidFill>
                          <a:latin typeface="Calibri"/>
                        </a:rPr>
                        <a:t>0.2962</a:t>
                      </a:r>
                    </a:p>
                  </a:txBody>
                  <a:tcPr/>
                </a:tc>
                <a:tc>
                  <a:txBody>
                    <a:bodyPr lIns="54864" rIns="54864" tIns="18288" bIns="18288" wrap="square" anchor="ctr"/>
                    <a:lstStyle/>
                    <a:p>
                      <a:pPr algn="l"/>
                      <a:r>
                        <a:rPr sz="700" b="0">
                          <a:solidFill>
                            <a:srgbClr val="000000"/>
                          </a:solidFill>
                          <a:latin typeface="Calibri"/>
                        </a:rPr>
                        <a:t>+5</a:t>
                      </a:r>
                    </a:p>
                  </a:txBody>
                  <a:tcPr/>
                </a:tc>
                <a:tc>
                  <a:txBody>
                    <a:bodyPr lIns="54864" rIns="54864" tIns="18288" bIns="18288" wrap="square" anchor="ctr"/>
                    <a:lstStyle/>
                    <a:p>
                      <a:pPr algn="l"/>
                      <a:r>
                        <a:rPr sz="700" b="0">
                          <a:solidFill>
                            <a:srgbClr val="000000"/>
                          </a:solidFill>
                          <a:latin typeface="Calibri"/>
                        </a:rPr>
                        <a:t>+0.17</a:t>
                      </a:r>
                    </a:p>
                  </a:txBody>
                  <a:tcPr/>
                </a:tc>
              </a:tr>
              <a:tr h="137160">
                <a:tc>
                  <a:txBody>
                    <a:bodyPr lIns="54864" rIns="54864" tIns="18288" bIns="18288" wrap="square" anchor="ctr"/>
                    <a:lstStyle/>
                    <a:p>
                      <a:pPr algn="l"/>
                      <a:r>
                        <a:rPr sz="700" b="0">
                          <a:solidFill>
                            <a:srgbClr val="000000"/>
                          </a:solidFill>
                          <a:latin typeface="Calibri"/>
                        </a:rPr>
                        <a:t>19.10</a:t>
                      </a:r>
                    </a:p>
                  </a:txBody>
                  <a:tcPr/>
                </a:tc>
                <a:tc>
                  <a:txBody>
                    <a:bodyPr lIns="54864" rIns="54864" tIns="18288" bIns="18288" wrap="square" anchor="ctr"/>
                    <a:lstStyle/>
                    <a:p>
                      <a:pPr algn="l"/>
                      <a:r>
                        <a:rPr sz="700" b="0">
                          <a:solidFill>
                            <a:srgbClr val="000000"/>
                          </a:solidFill>
                          <a:latin typeface="Calibri"/>
                        </a:rPr>
                        <a:t>0.3009</a:t>
                      </a:r>
                    </a:p>
                  </a:txBody>
                  <a:tcPr/>
                </a:tc>
                <a:tc>
                  <a:txBody>
                    <a:bodyPr lIns="54864" rIns="54864" tIns="18288" bIns="18288" wrap="square" anchor="ctr"/>
                    <a:lstStyle/>
                    <a:p>
                      <a:pPr algn="l"/>
                      <a:r>
                        <a:rPr sz="700" b="0">
                          <a:solidFill>
                            <a:srgbClr val="000000"/>
                          </a:solidFill>
                          <a:latin typeface="Calibri"/>
                        </a:rPr>
                        <a:t>0.2999</a:t>
                      </a:r>
                    </a:p>
                  </a:txBody>
                  <a:tcPr/>
                </a:tc>
                <a:tc>
                  <a:txBody>
                    <a:bodyPr lIns="54864" rIns="54864" tIns="18288" bIns="18288" wrap="square" anchor="ctr"/>
                    <a:lstStyle/>
                    <a:p>
                      <a:pPr algn="l"/>
                      <a:r>
                        <a:rPr sz="700" b="0">
                          <a:solidFill>
                            <a:srgbClr val="000000"/>
                          </a:solidFill>
                          <a:latin typeface="Calibri"/>
                        </a:rPr>
                        <a:t>+10</a:t>
                      </a:r>
                    </a:p>
                  </a:txBody>
                  <a:tcPr/>
                </a:tc>
                <a:tc>
                  <a:txBody>
                    <a:bodyPr lIns="54864" rIns="54864" tIns="18288" bIns="18288" wrap="square" anchor="ctr"/>
                    <a:lstStyle/>
                    <a:p>
                      <a:pPr algn="l"/>
                      <a:r>
                        <a:rPr sz="700" b="0">
                          <a:solidFill>
                            <a:srgbClr val="000000"/>
                          </a:solidFill>
                          <a:latin typeface="Calibri"/>
                        </a:rPr>
                        <a:t>+0.34</a:t>
                      </a:r>
                    </a:p>
                  </a:txBody>
                  <a:tcPr/>
                </a:tc>
              </a:tr>
              <a:tr h="137160">
                <a:tc>
                  <a:txBody>
                    <a:bodyPr lIns="54864" rIns="54864" tIns="18288" bIns="18288" wrap="square" anchor="ctr"/>
                    <a:lstStyle/>
                    <a:p>
                      <a:pPr algn="l"/>
                      <a:r>
                        <a:rPr sz="700" b="0">
                          <a:solidFill>
                            <a:srgbClr val="000000"/>
                          </a:solidFill>
                          <a:latin typeface="Calibri"/>
                        </a:rPr>
                        <a:t>19.15</a:t>
                      </a:r>
                    </a:p>
                  </a:txBody>
                  <a:tcPr/>
                </a:tc>
                <a:tc>
                  <a:txBody>
                    <a:bodyPr lIns="54864" rIns="54864" tIns="18288" bIns="18288" wrap="square" anchor="ctr"/>
                    <a:lstStyle/>
                    <a:p>
                      <a:pPr algn="l"/>
                      <a:r>
                        <a:rPr sz="700" b="0">
                          <a:solidFill>
                            <a:srgbClr val="000000"/>
                          </a:solidFill>
                          <a:latin typeface="Calibri"/>
                        </a:rPr>
                        <a:t>0.3051</a:t>
                      </a:r>
                    </a:p>
                  </a:txBody>
                  <a:tcPr/>
                </a:tc>
                <a:tc>
                  <a:txBody>
                    <a:bodyPr lIns="54864" rIns="54864" tIns="18288" bIns="18288" wrap="square" anchor="ctr"/>
                    <a:lstStyle/>
                    <a:p>
                      <a:pPr algn="l"/>
                      <a:r>
                        <a:rPr sz="700" b="0">
                          <a:solidFill>
                            <a:srgbClr val="000000"/>
                          </a:solidFill>
                          <a:latin typeface="Calibri"/>
                        </a:rPr>
                        <a:t>0.3039</a:t>
                      </a:r>
                    </a:p>
                  </a:txBody>
                  <a:tcPr/>
                </a:tc>
                <a:tc>
                  <a:txBody>
                    <a:bodyPr lIns="54864" rIns="54864" tIns="18288" bIns="18288" wrap="square" anchor="ctr"/>
                    <a:lstStyle/>
                    <a:p>
                      <a:pPr algn="l"/>
                      <a:r>
                        <a:rPr sz="700" b="0">
                          <a:solidFill>
                            <a:srgbClr val="000000"/>
                          </a:solidFill>
                          <a:latin typeface="Calibri"/>
                        </a:rPr>
                        <a:t>+12</a:t>
                      </a:r>
                    </a:p>
                  </a:txBody>
                  <a:tcPr/>
                </a:tc>
                <a:tc>
                  <a:txBody>
                    <a:bodyPr lIns="54864" rIns="54864" tIns="18288" bIns="18288" wrap="square" anchor="ctr"/>
                    <a:lstStyle/>
                    <a:p>
                      <a:pPr algn="l"/>
                      <a:r>
                        <a:rPr sz="700" b="0">
                          <a:solidFill>
                            <a:srgbClr val="000000"/>
                          </a:solidFill>
                          <a:latin typeface="Calibri"/>
                        </a:rPr>
                        <a:t>+0.39</a:t>
                      </a:r>
                    </a:p>
                  </a:txBody>
                  <a:tcPr/>
                </a:tc>
              </a:tr>
              <a:tr h="137160">
                <a:tc>
                  <a:txBody>
                    <a:bodyPr lIns="54864" rIns="54864" tIns="18288" bIns="18288" wrap="square" anchor="ctr"/>
                    <a:lstStyle/>
                    <a:p>
                      <a:pPr algn="l"/>
                      <a:r>
                        <a:rPr sz="700" b="0">
                          <a:solidFill>
                            <a:srgbClr val="000000"/>
                          </a:solidFill>
                          <a:latin typeface="Calibri"/>
                        </a:rPr>
                        <a:t>19.20</a:t>
                      </a:r>
                    </a:p>
                  </a:txBody>
                  <a:tcPr/>
                </a:tc>
                <a:tc>
                  <a:txBody>
                    <a:bodyPr lIns="54864" rIns="54864" tIns="18288" bIns="18288" wrap="square" anchor="ctr"/>
                    <a:lstStyle/>
                    <a:p>
                      <a:pPr algn="l"/>
                      <a:r>
                        <a:rPr sz="700" b="0">
                          <a:solidFill>
                            <a:srgbClr val="000000"/>
                          </a:solidFill>
                          <a:latin typeface="Calibri"/>
                        </a:rPr>
                        <a:t>0.3084</a:t>
                      </a:r>
                    </a:p>
                  </a:txBody>
                  <a:tcPr/>
                </a:tc>
                <a:tc>
                  <a:txBody>
                    <a:bodyPr lIns="54864" rIns="54864" tIns="18288" bIns="18288" wrap="square" anchor="ctr"/>
                    <a:lstStyle/>
                    <a:p>
                      <a:pPr algn="l"/>
                      <a:r>
                        <a:rPr sz="700" b="0">
                          <a:solidFill>
                            <a:srgbClr val="000000"/>
                          </a:solidFill>
                          <a:latin typeface="Calibri"/>
                        </a:rPr>
                        <a:t>0.3076</a:t>
                      </a:r>
                    </a:p>
                  </a:txBody>
                  <a:tcPr/>
                </a:tc>
                <a:tc>
                  <a:txBody>
                    <a:bodyPr lIns="54864" rIns="54864" tIns="18288" bIns="18288" wrap="square" anchor="ctr"/>
                    <a:lstStyle/>
                    <a:p>
                      <a:pPr algn="l"/>
                      <a:r>
                        <a:rPr sz="700" b="0">
                          <a:solidFill>
                            <a:srgbClr val="000000"/>
                          </a:solidFill>
                          <a:latin typeface="Calibri"/>
                        </a:rPr>
                        <a:t>+8</a:t>
                      </a:r>
                    </a:p>
                  </a:txBody>
                  <a:tcPr/>
                </a:tc>
                <a:tc>
                  <a:txBody>
                    <a:bodyPr lIns="54864" rIns="54864" tIns="18288" bIns="18288" wrap="square" anchor="ctr"/>
                    <a:lstStyle/>
                    <a:p>
                      <a:pPr algn="l"/>
                      <a:r>
                        <a:rPr sz="700" b="0">
                          <a:solidFill>
                            <a:srgbClr val="000000"/>
                          </a:solidFill>
                          <a:latin typeface="Calibri"/>
                        </a:rPr>
                        <a:t>+0.27</a:t>
                      </a:r>
                    </a:p>
                  </a:txBody>
                  <a:tcPr/>
                </a:tc>
              </a:tr>
              <a:tr h="137160">
                <a:tc>
                  <a:txBody>
                    <a:bodyPr lIns="54864" rIns="54864" tIns="18288" bIns="18288" wrap="square" anchor="ctr"/>
                    <a:lstStyle/>
                    <a:p>
                      <a:pPr algn="l"/>
                      <a:r>
                        <a:rPr sz="700" b="0">
                          <a:solidFill>
                            <a:srgbClr val="000000"/>
                          </a:solidFill>
                          <a:latin typeface="Calibri"/>
                        </a:rPr>
                        <a:t>19.25</a:t>
                      </a:r>
                    </a:p>
                  </a:txBody>
                  <a:tcPr/>
                </a:tc>
                <a:tc>
                  <a:txBody>
                    <a:bodyPr lIns="54864" rIns="54864" tIns="18288" bIns="18288" wrap="square" anchor="ctr"/>
                    <a:lstStyle/>
                    <a:p>
                      <a:pPr algn="l"/>
                      <a:r>
                        <a:rPr sz="700" b="0">
                          <a:solidFill>
                            <a:srgbClr val="000000"/>
                          </a:solidFill>
                          <a:latin typeface="Calibri"/>
                        </a:rPr>
                        <a:t>0.3117</a:t>
                      </a:r>
                    </a:p>
                  </a:txBody>
                  <a:tcPr/>
                </a:tc>
                <a:tc>
                  <a:txBody>
                    <a:bodyPr lIns="54864" rIns="54864" tIns="18288" bIns="18288" wrap="square" anchor="ctr"/>
                    <a:lstStyle/>
                    <a:p>
                      <a:pPr algn="l"/>
                      <a:r>
                        <a:rPr sz="700" b="0">
                          <a:solidFill>
                            <a:srgbClr val="000000"/>
                          </a:solidFill>
                          <a:latin typeface="Calibri"/>
                        </a:rPr>
                        <a:t>0.3113</a:t>
                      </a:r>
                    </a:p>
                  </a:txBody>
                  <a:tcPr/>
                </a:tc>
                <a:tc>
                  <a:txBody>
                    <a:bodyPr lIns="54864" rIns="54864" tIns="18288" bIns="18288" wrap="square" anchor="ctr"/>
                    <a:lstStyle/>
                    <a:p>
                      <a:pPr algn="l"/>
                      <a:r>
                        <a:rPr sz="700" b="0">
                          <a:solidFill>
                            <a:srgbClr val="000000"/>
                          </a:solidFill>
                          <a:latin typeface="Calibri"/>
                        </a:rPr>
                        <a:t>+4</a:t>
                      </a:r>
                    </a:p>
                  </a:txBody>
                  <a:tcPr/>
                </a:tc>
                <a:tc>
                  <a:txBody>
                    <a:bodyPr lIns="54864" rIns="54864" tIns="18288" bIns="18288" wrap="square" anchor="ctr"/>
                    <a:lstStyle/>
                    <a:p>
                      <a:pPr algn="l"/>
                      <a:r>
                        <a:rPr sz="700" b="0">
                          <a:solidFill>
                            <a:srgbClr val="000000"/>
                          </a:solidFill>
                          <a:latin typeface="Calibri"/>
                        </a:rPr>
                        <a:t>+0.13</a:t>
                      </a:r>
                    </a:p>
                  </a:txBody>
                  <a:tcPr/>
                </a:tc>
              </a:tr>
              <a:tr h="137160">
                <a:tc>
                  <a:txBody>
                    <a:bodyPr lIns="54864" rIns="54864" tIns="18288" bIns="18288" wrap="square" anchor="ctr"/>
                    <a:lstStyle/>
                    <a:p>
                      <a:pPr algn="l"/>
                      <a:r>
                        <a:rPr sz="700" b="0">
                          <a:solidFill>
                            <a:srgbClr val="000000"/>
                          </a:solidFill>
                          <a:latin typeface="Calibri"/>
                        </a:rPr>
                        <a:t>19.30</a:t>
                      </a:r>
                    </a:p>
                  </a:txBody>
                  <a:tcPr/>
                </a:tc>
                <a:tc>
                  <a:txBody>
                    <a:bodyPr lIns="54864" rIns="54864" tIns="18288" bIns="18288" wrap="square" anchor="ctr"/>
                    <a:lstStyle/>
                    <a:p>
                      <a:pPr algn="l"/>
                      <a:r>
                        <a:rPr sz="700" b="0">
                          <a:solidFill>
                            <a:srgbClr val="000000"/>
                          </a:solidFill>
                          <a:latin typeface="Calibri"/>
                        </a:rPr>
                        <a:t>0.3160</a:t>
                      </a:r>
                    </a:p>
                  </a:txBody>
                  <a:tcPr/>
                </a:tc>
                <a:tc>
                  <a:txBody>
                    <a:bodyPr lIns="54864" rIns="54864" tIns="18288" bIns="18288" wrap="square" anchor="ctr"/>
                    <a:lstStyle/>
                    <a:p>
                      <a:pPr algn="l"/>
                      <a:r>
                        <a:rPr sz="700" b="0">
                          <a:solidFill>
                            <a:srgbClr val="000000"/>
                          </a:solidFill>
                          <a:latin typeface="Calibri"/>
                        </a:rPr>
                        <a:t>0.3155</a:t>
                      </a:r>
                    </a:p>
                  </a:txBody>
                  <a:tcPr/>
                </a:tc>
                <a:tc>
                  <a:txBody>
                    <a:bodyPr lIns="54864" rIns="54864" tIns="18288" bIns="18288" wrap="square" anchor="ctr"/>
                    <a:lstStyle/>
                    <a:p>
                      <a:pPr algn="l"/>
                      <a:r>
                        <a:rPr sz="700" b="0">
                          <a:solidFill>
                            <a:srgbClr val="000000"/>
                          </a:solidFill>
                          <a:latin typeface="Calibri"/>
                        </a:rPr>
                        <a:t>+5</a:t>
                      </a:r>
                    </a:p>
                  </a:txBody>
                  <a:tcPr/>
                </a:tc>
                <a:tc>
                  <a:txBody>
                    <a:bodyPr lIns="54864" rIns="54864" tIns="18288" bIns="18288" wrap="square" anchor="ctr"/>
                    <a:lstStyle/>
                    <a:p>
                      <a:pPr algn="l"/>
                      <a:r>
                        <a:rPr sz="700" b="0">
                          <a:solidFill>
                            <a:srgbClr val="000000"/>
                          </a:solidFill>
                          <a:latin typeface="Calibri"/>
                        </a:rPr>
                        <a:t>+0.17</a:t>
                      </a:r>
                    </a:p>
                  </a:txBody>
                  <a:tcPr/>
                </a:tc>
              </a:tr>
              <a:tr h="137160">
                <a:tc>
                  <a:txBody>
                    <a:bodyPr lIns="54864" rIns="54864" tIns="18288" bIns="18288" wrap="square" anchor="ctr"/>
                    <a:lstStyle/>
                    <a:p>
                      <a:pPr algn="l"/>
                      <a:r>
                        <a:rPr sz="700" b="0">
                          <a:solidFill>
                            <a:srgbClr val="000000"/>
                          </a:solidFill>
                          <a:latin typeface="Calibri"/>
                        </a:rPr>
                        <a:t>19.35</a:t>
                      </a:r>
                    </a:p>
                  </a:txBody>
                  <a:tcPr/>
                </a:tc>
                <a:tc>
                  <a:txBody>
                    <a:bodyPr lIns="54864" rIns="54864" tIns="18288" bIns="18288" wrap="square" anchor="ctr"/>
                    <a:lstStyle/>
                    <a:p>
                      <a:pPr algn="l"/>
                      <a:r>
                        <a:rPr sz="700" b="0">
                          <a:solidFill>
                            <a:srgbClr val="000000"/>
                          </a:solidFill>
                          <a:latin typeface="Calibri"/>
                        </a:rPr>
                        <a:t>0.3192</a:t>
                      </a:r>
                    </a:p>
                  </a:txBody>
                  <a:tcPr/>
                </a:tc>
                <a:tc>
                  <a:txBody>
                    <a:bodyPr lIns="54864" rIns="54864" tIns="18288" bIns="18288" wrap="square" anchor="ctr"/>
                    <a:lstStyle/>
                    <a:p>
                      <a:pPr algn="l"/>
                      <a:r>
                        <a:rPr sz="700" b="0">
                          <a:solidFill>
                            <a:srgbClr val="000000"/>
                          </a:solidFill>
                          <a:latin typeface="Calibri"/>
                        </a:rPr>
                        <a:t>0.3192</a:t>
                      </a:r>
                    </a:p>
                  </a:txBody>
                  <a:tcPr/>
                </a:tc>
                <a:tc>
                  <a:txBody>
                    <a:bodyPr lIns="54864" rIns="54864" tIns="18288" bIns="18288" wrap="square" anchor="ctr"/>
                    <a:lstStyle/>
                    <a:p>
                      <a:pPr algn="l"/>
                      <a:r>
                        <a:rPr sz="700" b="0">
                          <a:solidFill>
                            <a:srgbClr val="000000"/>
                          </a:solidFill>
                          <a:latin typeface="Calibri"/>
                        </a:rPr>
                        <a:t>-0</a:t>
                      </a:r>
                    </a:p>
                  </a:txBody>
                  <a:tcPr/>
                </a:tc>
                <a:tc>
                  <a:txBody>
                    <a:bodyPr lIns="54864" rIns="54864" tIns="18288" bIns="18288" wrap="square" anchor="ctr"/>
                    <a:lstStyle/>
                    <a:p>
                      <a:pPr algn="l"/>
                      <a:r>
                        <a:rPr sz="700" b="0">
                          <a:solidFill>
                            <a:srgbClr val="000000"/>
                          </a:solidFill>
                          <a:latin typeface="Calibri"/>
                        </a:rPr>
                        <a:t>-0.01</a:t>
                      </a:r>
                    </a:p>
                  </a:txBody>
                  <a:tcPr/>
                </a:tc>
              </a:tr>
              <a:tr h="137160">
                <a:tc>
                  <a:txBody>
                    <a:bodyPr lIns="54864" rIns="54864" tIns="18288" bIns="18288" wrap="square" anchor="ctr"/>
                    <a:lstStyle/>
                    <a:p>
                      <a:pPr algn="l"/>
                      <a:r>
                        <a:rPr sz="700" b="0">
                          <a:solidFill>
                            <a:srgbClr val="000000"/>
                          </a:solidFill>
                          <a:latin typeface="Calibri"/>
                        </a:rPr>
                        <a:t>19.40</a:t>
                      </a:r>
                    </a:p>
                  </a:txBody>
                  <a:tcPr/>
                </a:tc>
                <a:tc>
                  <a:txBody>
                    <a:bodyPr lIns="54864" rIns="54864" tIns="18288" bIns="18288" wrap="square" anchor="ctr"/>
                    <a:lstStyle/>
                    <a:p>
                      <a:pPr algn="l"/>
                      <a:r>
                        <a:rPr sz="700" b="0">
                          <a:solidFill>
                            <a:srgbClr val="000000"/>
                          </a:solidFill>
                          <a:latin typeface="Calibri"/>
                        </a:rPr>
                        <a:t>0.3234</a:t>
                      </a:r>
                    </a:p>
                  </a:txBody>
                  <a:tcPr/>
                </a:tc>
                <a:tc>
                  <a:txBody>
                    <a:bodyPr lIns="54864" rIns="54864" tIns="18288" bIns="18288" wrap="square" anchor="ctr"/>
                    <a:lstStyle/>
                    <a:p>
                      <a:pPr algn="l"/>
                      <a:r>
                        <a:rPr sz="700" b="0">
                          <a:solidFill>
                            <a:srgbClr val="000000"/>
                          </a:solidFill>
                          <a:latin typeface="Calibri"/>
                        </a:rPr>
                        <a:t>0.3227</a:t>
                      </a:r>
                    </a:p>
                  </a:txBody>
                  <a:tcPr/>
                </a:tc>
                <a:tc>
                  <a:txBody>
                    <a:bodyPr lIns="54864" rIns="54864" tIns="18288" bIns="18288" wrap="square" anchor="ctr"/>
                    <a:lstStyle/>
                    <a:p>
                      <a:pPr algn="l"/>
                      <a:r>
                        <a:rPr sz="700" b="0">
                          <a:solidFill>
                            <a:srgbClr val="000000"/>
                          </a:solidFill>
                          <a:latin typeface="Calibri"/>
                        </a:rPr>
                        <a:t>+7</a:t>
                      </a:r>
                    </a:p>
                  </a:txBody>
                  <a:tcPr/>
                </a:tc>
                <a:tc>
                  <a:txBody>
                    <a:bodyPr lIns="54864" rIns="54864" tIns="18288" bIns="18288" wrap="square" anchor="ctr"/>
                    <a:lstStyle/>
                    <a:p>
                      <a:pPr algn="l"/>
                      <a:r>
                        <a:rPr sz="700" b="0">
                          <a:solidFill>
                            <a:srgbClr val="000000"/>
                          </a:solidFill>
                          <a:latin typeface="Calibri"/>
                        </a:rPr>
                        <a:t>+0.22</a:t>
                      </a:r>
                    </a:p>
                  </a:txBody>
                  <a:tcPr/>
                </a:tc>
              </a:tr>
              <a:tr h="137160">
                <a:tc>
                  <a:txBody>
                    <a:bodyPr lIns="54864" rIns="54864" tIns="18288" bIns="18288" wrap="square" anchor="ctr"/>
                    <a:lstStyle/>
                    <a:p>
                      <a:pPr algn="l"/>
                      <a:r>
                        <a:rPr sz="700" b="0">
                          <a:solidFill>
                            <a:srgbClr val="000000"/>
                          </a:solidFill>
                          <a:latin typeface="Calibri"/>
                        </a:rPr>
                        <a:t>19.45</a:t>
                      </a:r>
                    </a:p>
                  </a:txBody>
                  <a:tcPr/>
                </a:tc>
                <a:tc>
                  <a:txBody>
                    <a:bodyPr lIns="54864" rIns="54864" tIns="18288" bIns="18288" wrap="square" anchor="ctr"/>
                    <a:lstStyle/>
                    <a:p>
                      <a:pPr algn="l"/>
                      <a:r>
                        <a:rPr sz="700" b="0">
                          <a:solidFill>
                            <a:srgbClr val="000000"/>
                          </a:solidFill>
                          <a:latin typeface="Calibri"/>
                        </a:rPr>
                        <a:t>0.3283</a:t>
                      </a:r>
                    </a:p>
                  </a:txBody>
                  <a:tcPr/>
                </a:tc>
                <a:tc>
                  <a:txBody>
                    <a:bodyPr lIns="54864" rIns="54864" tIns="18288" bIns="18288" wrap="square" anchor="ctr"/>
                    <a:lstStyle/>
                    <a:p>
                      <a:pPr algn="l"/>
                      <a:r>
                        <a:rPr sz="700" b="0">
                          <a:solidFill>
                            <a:srgbClr val="000000"/>
                          </a:solidFill>
                          <a:latin typeface="Calibri"/>
                        </a:rPr>
                        <a:t>0.3020</a:t>
                      </a:r>
                    </a:p>
                  </a:txBody>
                  <a:tcPr/>
                </a:tc>
                <a:tc>
                  <a:txBody>
                    <a:bodyPr lIns="54864" rIns="54864" tIns="18288" bIns="18288" wrap="square" anchor="ctr"/>
                    <a:lstStyle/>
                    <a:p>
                      <a:pPr algn="l"/>
                      <a:r>
                        <a:rPr sz="700" b="0">
                          <a:solidFill>
                            <a:srgbClr val="000000"/>
                          </a:solidFill>
                          <a:latin typeface="Calibri"/>
                        </a:rPr>
                        <a:t>+263</a:t>
                      </a:r>
                    </a:p>
                  </a:txBody>
                  <a:tcPr/>
                </a:tc>
                <a:tc>
                  <a:txBody>
                    <a:bodyPr lIns="54864" rIns="54864" tIns="18288" bIns="18288" wrap="square" anchor="ctr"/>
                    <a:lstStyle/>
                    <a:p>
                      <a:pPr algn="l"/>
                      <a:r>
                        <a:rPr sz="700" b="0">
                          <a:solidFill>
                            <a:srgbClr val="000000"/>
                          </a:solidFill>
                          <a:latin typeface="Calibri"/>
                        </a:rPr>
                        <a:t>+8.70</a:t>
                      </a:r>
                    </a:p>
                  </a:txBody>
                  <a:tcPr/>
                </a:tc>
              </a:tr>
              <a:tr h="137160">
                <a:tc>
                  <a:txBody>
                    <a:bodyPr lIns="54864" rIns="54864" tIns="18288" bIns="18288" wrap="square" anchor="ctr"/>
                    <a:lstStyle/>
                    <a:p>
                      <a:pPr algn="l"/>
                      <a:r>
                        <a:rPr sz="700" b="0">
                          <a:solidFill>
                            <a:srgbClr val="000000"/>
                          </a:solidFill>
                          <a:latin typeface="Calibri"/>
                        </a:rPr>
                        <a:t>19.50</a:t>
                      </a:r>
                    </a:p>
                  </a:txBody>
                  <a:tcPr/>
                </a:tc>
                <a:tc>
                  <a:txBody>
                    <a:bodyPr lIns="54864" rIns="54864" tIns="18288" bIns="18288" wrap="square" anchor="ctr"/>
                    <a:lstStyle/>
                    <a:p>
                      <a:pPr algn="l"/>
                      <a:r>
                        <a:rPr sz="700" b="0">
                          <a:solidFill>
                            <a:srgbClr val="000000"/>
                          </a:solidFill>
                          <a:latin typeface="Calibri"/>
                        </a:rPr>
                        <a:t>0.3311</a:t>
                      </a:r>
                    </a:p>
                  </a:txBody>
                  <a:tcPr/>
                </a:tc>
                <a:tc>
                  <a:txBody>
                    <a:bodyPr lIns="54864" rIns="54864" tIns="18288" bIns="18288" wrap="square" anchor="ctr"/>
                    <a:lstStyle/>
                    <a:p>
                      <a:pPr algn="l"/>
                      <a:r>
                        <a:rPr sz="700" b="0">
                          <a:solidFill>
                            <a:srgbClr val="000000"/>
                          </a:solidFill>
                          <a:latin typeface="Calibri"/>
                        </a:rPr>
                        <a:t>0.3210</a:t>
                      </a:r>
                    </a:p>
                  </a:txBody>
                  <a:tcPr/>
                </a:tc>
                <a:tc>
                  <a:txBody>
                    <a:bodyPr lIns="54864" rIns="54864" tIns="18288" bIns="18288" wrap="square" anchor="ctr"/>
                    <a:lstStyle/>
                    <a:p>
                      <a:pPr algn="l"/>
                      <a:r>
                        <a:rPr sz="700" b="0">
                          <a:solidFill>
                            <a:srgbClr val="000000"/>
                          </a:solidFill>
                          <a:latin typeface="Calibri"/>
                        </a:rPr>
                        <a:t>+100</a:t>
                      </a:r>
                    </a:p>
                  </a:txBody>
                  <a:tcPr/>
                </a:tc>
                <a:tc>
                  <a:txBody>
                    <a:bodyPr lIns="54864" rIns="54864" tIns="18288" bIns="18288" wrap="square" anchor="ctr"/>
                    <a:lstStyle/>
                    <a:p>
                      <a:pPr algn="l"/>
                      <a:r>
                        <a:rPr sz="700" b="0">
                          <a:solidFill>
                            <a:srgbClr val="000000"/>
                          </a:solidFill>
                          <a:latin typeface="Calibri"/>
                        </a:rPr>
                        <a:t>+3.12</a:t>
                      </a:r>
                    </a:p>
                  </a:txBody>
                  <a:tcPr/>
                </a:tc>
              </a:tr>
              <a:tr h="137160">
                <a:tc>
                  <a:txBody>
                    <a:bodyPr lIns="54864" rIns="54864" tIns="18288" bIns="18288" wrap="square" anchor="ctr"/>
                    <a:lstStyle/>
                    <a:p>
                      <a:pPr algn="l"/>
                      <a:r>
                        <a:rPr sz="700" b="0">
                          <a:solidFill>
                            <a:srgbClr val="000000"/>
                          </a:solidFill>
                          <a:latin typeface="Calibri"/>
                        </a:rPr>
                        <a:t>19.55</a:t>
                      </a:r>
                    </a:p>
                  </a:txBody>
                  <a:tcPr/>
                </a:tc>
                <a:tc>
                  <a:txBody>
                    <a:bodyPr lIns="54864" rIns="54864" tIns="18288" bIns="18288" wrap="square" anchor="ctr"/>
                    <a:lstStyle/>
                    <a:p>
                      <a:pPr algn="l"/>
                      <a:r>
                        <a:rPr sz="700" b="0">
                          <a:solidFill>
                            <a:srgbClr val="000000"/>
                          </a:solidFill>
                          <a:latin typeface="Calibri"/>
                        </a:rPr>
                        <a:t>0.3354</a:t>
                      </a:r>
                    </a:p>
                  </a:txBody>
                  <a:tcPr/>
                </a:tc>
                <a:tc>
                  <a:txBody>
                    <a:bodyPr lIns="54864" rIns="54864" tIns="18288" bIns="18288" wrap="square" anchor="ctr"/>
                    <a:lstStyle/>
                    <a:p>
                      <a:pPr algn="l"/>
                      <a:r>
                        <a:rPr sz="700" b="0">
                          <a:solidFill>
                            <a:srgbClr val="000000"/>
                          </a:solidFill>
                          <a:latin typeface="Calibri"/>
                        </a:rPr>
                        <a:t>0.3408</a:t>
                      </a:r>
                    </a:p>
                  </a:txBody>
                  <a:tcPr/>
                </a:tc>
                <a:tc>
                  <a:txBody>
                    <a:bodyPr lIns="54864" rIns="54864" tIns="18288" bIns="18288" wrap="square" anchor="ctr"/>
                    <a:lstStyle/>
                    <a:p>
                      <a:pPr algn="l"/>
                      <a:r>
                        <a:rPr sz="700" b="0">
                          <a:solidFill>
                            <a:srgbClr val="000000"/>
                          </a:solidFill>
                          <a:latin typeface="Calibri"/>
                        </a:rPr>
                        <a:t>-54</a:t>
                      </a:r>
                    </a:p>
                  </a:txBody>
                  <a:tcPr/>
                </a:tc>
                <a:tc>
                  <a:txBody>
                    <a:bodyPr lIns="54864" rIns="54864" tIns="18288" bIns="18288" wrap="square" anchor="ctr"/>
                    <a:lstStyle/>
                    <a:p>
                      <a:pPr algn="l"/>
                      <a:r>
                        <a:rPr sz="700" b="0">
                          <a:solidFill>
                            <a:srgbClr val="000000"/>
                          </a:solidFill>
                          <a:latin typeface="Calibri"/>
                        </a:rPr>
                        <a:t>-1.58</a:t>
                      </a:r>
                    </a:p>
                  </a:txBody>
                  <a:tcPr/>
                </a:tc>
              </a:tr>
              <a:tr h="137160">
                <a:tc>
                  <a:txBody>
                    <a:bodyPr lIns="54864" rIns="54864" tIns="18288" bIns="18288" wrap="square" anchor="ctr"/>
                    <a:lstStyle/>
                    <a:p>
                      <a:pPr algn="l"/>
                      <a:r>
                        <a:rPr sz="700" b="0">
                          <a:solidFill>
                            <a:srgbClr val="000000"/>
                          </a:solidFill>
                          <a:latin typeface="Calibri"/>
                        </a:rPr>
                        <a:t>19.60</a:t>
                      </a:r>
                    </a:p>
                  </a:txBody>
                  <a:tcPr/>
                </a:tc>
                <a:tc>
                  <a:txBody>
                    <a:bodyPr lIns="54864" rIns="54864" tIns="18288" bIns="18288" wrap="square" anchor="ctr"/>
                    <a:lstStyle/>
                    <a:p>
                      <a:pPr algn="l"/>
                      <a:r>
                        <a:rPr sz="700" b="0">
                          <a:solidFill>
                            <a:srgbClr val="000000"/>
                          </a:solidFill>
                          <a:latin typeface="Calibri"/>
                        </a:rPr>
                        <a:t>0.3390</a:t>
                      </a:r>
                    </a:p>
                  </a:txBody>
                  <a:tcPr/>
                </a:tc>
                <a:tc>
                  <a:txBody>
                    <a:bodyPr lIns="54864" rIns="54864" tIns="18288" bIns="18288" wrap="square" anchor="ctr"/>
                    <a:lstStyle/>
                    <a:p>
                      <a:pPr algn="l"/>
                      <a:r>
                        <a:rPr sz="700" b="0">
                          <a:solidFill>
                            <a:srgbClr val="000000"/>
                          </a:solidFill>
                          <a:latin typeface="Calibri"/>
                        </a:rPr>
                        <a:t>0.3186</a:t>
                      </a:r>
                    </a:p>
                  </a:txBody>
                  <a:tcPr/>
                </a:tc>
                <a:tc>
                  <a:txBody>
                    <a:bodyPr lIns="54864" rIns="54864" tIns="18288" bIns="18288" wrap="square" anchor="ctr"/>
                    <a:lstStyle/>
                    <a:p>
                      <a:pPr algn="l"/>
                      <a:r>
                        <a:rPr sz="700" b="0">
                          <a:solidFill>
                            <a:srgbClr val="000000"/>
                          </a:solidFill>
                          <a:latin typeface="Calibri"/>
                        </a:rPr>
                        <a:t>+204</a:t>
                      </a:r>
                    </a:p>
                  </a:txBody>
                  <a:tcPr/>
                </a:tc>
                <a:tc>
                  <a:txBody>
                    <a:bodyPr lIns="54864" rIns="54864" tIns="18288" bIns="18288" wrap="square" anchor="ctr"/>
                    <a:lstStyle/>
                    <a:p>
                      <a:pPr algn="l"/>
                      <a:r>
                        <a:rPr sz="700" b="0">
                          <a:solidFill>
                            <a:srgbClr val="000000"/>
                          </a:solidFill>
                          <a:latin typeface="Calibri"/>
                        </a:rPr>
                        <a:t>+6.40</a:t>
                      </a:r>
                    </a:p>
                  </a:txBody>
                  <a:tcPr/>
                </a:tc>
              </a:tr>
              <a:tr h="137160">
                <a:tc>
                  <a:txBody>
                    <a:bodyPr lIns="54864" rIns="54864" tIns="18288" bIns="18288" wrap="square" anchor="ctr"/>
                    <a:lstStyle/>
                    <a:p>
                      <a:pPr algn="l"/>
                      <a:r>
                        <a:rPr sz="700" b="0">
                          <a:solidFill>
                            <a:srgbClr val="000000"/>
                          </a:solidFill>
                          <a:latin typeface="Calibri"/>
                        </a:rPr>
                        <a:t>19.65</a:t>
                      </a:r>
                    </a:p>
                  </a:txBody>
                  <a:tcPr/>
                </a:tc>
                <a:tc>
                  <a:txBody>
                    <a:bodyPr lIns="54864" rIns="54864" tIns="18288" bIns="18288" wrap="square" anchor="ctr"/>
                    <a:lstStyle/>
                    <a:p>
                      <a:pPr algn="l"/>
                      <a:r>
                        <a:rPr sz="700" b="0">
                          <a:solidFill>
                            <a:srgbClr val="000000"/>
                          </a:solidFill>
                          <a:latin typeface="Calibri"/>
                        </a:rPr>
                        <a:t>0.3429</a:t>
                      </a:r>
                    </a:p>
                  </a:txBody>
                  <a:tcPr/>
                </a:tc>
                <a:tc>
                  <a:txBody>
                    <a:bodyPr lIns="54864" rIns="54864" tIns="18288" bIns="18288" wrap="square" anchor="ctr"/>
                    <a:lstStyle/>
                    <a:p>
                      <a:pPr algn="l"/>
                      <a:r>
                        <a:rPr sz="700" b="0">
                          <a:solidFill>
                            <a:srgbClr val="000000"/>
                          </a:solidFill>
                          <a:latin typeface="Calibri"/>
                        </a:rPr>
                        <a:t>0.3371</a:t>
                      </a:r>
                    </a:p>
                  </a:txBody>
                  <a:tcPr/>
                </a:tc>
                <a:tc>
                  <a:txBody>
                    <a:bodyPr lIns="54864" rIns="54864" tIns="18288" bIns="18288" wrap="square" anchor="ctr"/>
                    <a:lstStyle/>
                    <a:p>
                      <a:pPr algn="l"/>
                      <a:r>
                        <a:rPr sz="700" b="0">
                          <a:solidFill>
                            <a:srgbClr val="000000"/>
                          </a:solidFill>
                          <a:latin typeface="Calibri"/>
                        </a:rPr>
                        <a:t>+58</a:t>
                      </a:r>
                    </a:p>
                  </a:txBody>
                  <a:tcPr/>
                </a:tc>
                <a:tc>
                  <a:txBody>
                    <a:bodyPr lIns="54864" rIns="54864" tIns="18288" bIns="18288" wrap="square" anchor="ctr"/>
                    <a:lstStyle/>
                    <a:p>
                      <a:pPr algn="l"/>
                      <a:r>
                        <a:rPr sz="700" b="0">
                          <a:solidFill>
                            <a:srgbClr val="000000"/>
                          </a:solidFill>
                          <a:latin typeface="Calibri"/>
                        </a:rPr>
                        <a:t>+1.72</a:t>
                      </a:r>
                    </a:p>
                  </a:txBody>
                  <a:tcPr/>
                </a:tc>
              </a:tr>
              <a:tr h="137160">
                <a:tc>
                  <a:txBody>
                    <a:bodyPr lIns="54864" rIns="54864" tIns="18288" bIns="18288" wrap="square" anchor="ctr"/>
                    <a:lstStyle/>
                    <a:p>
                      <a:pPr algn="l"/>
                      <a:r>
                        <a:rPr sz="700" b="0">
                          <a:solidFill>
                            <a:srgbClr val="000000"/>
                          </a:solidFill>
                          <a:latin typeface="Calibri"/>
                        </a:rPr>
                        <a:t>19.70</a:t>
                      </a:r>
                    </a:p>
                  </a:txBody>
                  <a:tcPr/>
                </a:tc>
                <a:tc>
                  <a:txBody>
                    <a:bodyPr lIns="54864" rIns="54864" tIns="18288" bIns="18288" wrap="square" anchor="ctr"/>
                    <a:lstStyle/>
                    <a:p>
                      <a:pPr algn="l"/>
                      <a:r>
                        <a:rPr sz="700" b="0">
                          <a:solidFill>
                            <a:srgbClr val="000000"/>
                          </a:solidFill>
                          <a:latin typeface="Calibri"/>
                        </a:rPr>
                        <a:t>0.3473</a:t>
                      </a:r>
                    </a:p>
                  </a:txBody>
                  <a:tcPr/>
                </a:tc>
                <a:tc>
                  <a:txBody>
                    <a:bodyPr lIns="54864" rIns="54864" tIns="18288" bIns="18288" wrap="square" anchor="ctr"/>
                    <a:lstStyle/>
                    <a:p>
                      <a:pPr algn="l"/>
                      <a:r>
                        <a:rPr sz="700" b="0">
                          <a:solidFill>
                            <a:srgbClr val="000000"/>
                          </a:solidFill>
                          <a:latin typeface="Calibri"/>
                        </a:rPr>
                        <a:t>0.3355</a:t>
                      </a:r>
                    </a:p>
                  </a:txBody>
                  <a:tcPr/>
                </a:tc>
                <a:tc>
                  <a:txBody>
                    <a:bodyPr lIns="54864" rIns="54864" tIns="18288" bIns="18288" wrap="square" anchor="ctr"/>
                    <a:lstStyle/>
                    <a:p>
                      <a:pPr algn="l"/>
                      <a:r>
                        <a:rPr sz="700" b="0">
                          <a:solidFill>
                            <a:srgbClr val="000000"/>
                          </a:solidFill>
                          <a:latin typeface="Calibri"/>
                        </a:rPr>
                        <a:t>+119</a:t>
                      </a:r>
                    </a:p>
                  </a:txBody>
                  <a:tcPr/>
                </a:tc>
                <a:tc>
                  <a:txBody>
                    <a:bodyPr lIns="54864" rIns="54864" tIns="18288" bIns="18288" wrap="square" anchor="ctr"/>
                    <a:lstStyle/>
                    <a:p>
                      <a:pPr algn="l"/>
                      <a:r>
                        <a:rPr sz="700" b="0">
                          <a:solidFill>
                            <a:srgbClr val="000000"/>
                          </a:solidFill>
                          <a:latin typeface="Calibri"/>
                        </a:rPr>
                        <a:t>+3.53</a:t>
                      </a:r>
                    </a:p>
                  </a:txBody>
                  <a:tcPr/>
                </a:tc>
              </a:tr>
              <a:tr h="137160">
                <a:tc>
                  <a:txBody>
                    <a:bodyPr lIns="54864" rIns="54864" tIns="18288" bIns="18288" wrap="square" anchor="ctr"/>
                    <a:lstStyle/>
                    <a:p>
                      <a:pPr algn="l"/>
                      <a:r>
                        <a:rPr sz="700" b="0">
                          <a:solidFill>
                            <a:srgbClr val="000000"/>
                          </a:solidFill>
                          <a:latin typeface="Calibri"/>
                        </a:rPr>
                        <a:t>19.75</a:t>
                      </a:r>
                    </a:p>
                  </a:txBody>
                  <a:tcPr/>
                </a:tc>
                <a:tc>
                  <a:txBody>
                    <a:bodyPr lIns="54864" rIns="54864" tIns="18288" bIns="18288" wrap="square" anchor="ctr"/>
                    <a:lstStyle/>
                    <a:p>
                      <a:pPr algn="l"/>
                      <a:r>
                        <a:rPr sz="700" b="0">
                          <a:solidFill>
                            <a:srgbClr val="000000"/>
                          </a:solidFill>
                          <a:latin typeface="Calibri"/>
                        </a:rPr>
                        <a:t>0.3502</a:t>
                      </a:r>
                    </a:p>
                  </a:txBody>
                  <a:tcPr/>
                </a:tc>
                <a:tc>
                  <a:txBody>
                    <a:bodyPr lIns="54864" rIns="54864" tIns="18288" bIns="18288" wrap="square" anchor="ctr"/>
                    <a:lstStyle/>
                    <a:p>
                      <a:pPr algn="l"/>
                      <a:r>
                        <a:rPr sz="700" b="0">
                          <a:solidFill>
                            <a:srgbClr val="000000"/>
                          </a:solidFill>
                          <a:latin typeface="Calibri"/>
                        </a:rPr>
                        <a:t>0.3335</a:t>
                      </a:r>
                    </a:p>
                  </a:txBody>
                  <a:tcPr/>
                </a:tc>
                <a:tc>
                  <a:txBody>
                    <a:bodyPr lIns="54864" rIns="54864" tIns="18288" bIns="18288" wrap="square" anchor="ctr"/>
                    <a:lstStyle/>
                    <a:p>
                      <a:pPr algn="l"/>
                      <a:r>
                        <a:rPr sz="700" b="0">
                          <a:solidFill>
                            <a:srgbClr val="000000"/>
                          </a:solidFill>
                          <a:latin typeface="Calibri"/>
                        </a:rPr>
                        <a:t>+167</a:t>
                      </a:r>
                    </a:p>
                  </a:txBody>
                  <a:tcPr/>
                </a:tc>
                <a:tc>
                  <a:txBody>
                    <a:bodyPr lIns="54864" rIns="54864" tIns="18288" bIns="18288" wrap="square" anchor="ctr"/>
                    <a:lstStyle/>
                    <a:p>
                      <a:pPr algn="l"/>
                      <a:r>
                        <a:rPr sz="700" b="0">
                          <a:solidFill>
                            <a:srgbClr val="000000"/>
                          </a:solidFill>
                          <a:latin typeface="Calibri"/>
                        </a:rPr>
                        <a:t>+5.02</a:t>
                      </a:r>
                    </a:p>
                  </a:txBody>
                  <a:tcPr/>
                </a:tc>
              </a:tr>
              <a:tr h="137160">
                <a:tc>
                  <a:txBody>
                    <a:bodyPr lIns="54864" rIns="54864" tIns="18288" bIns="18288" wrap="square" anchor="ctr"/>
                    <a:lstStyle/>
                    <a:p>
                      <a:pPr algn="l"/>
                      <a:r>
                        <a:rPr sz="700" b="0">
                          <a:solidFill>
                            <a:srgbClr val="000000"/>
                          </a:solidFill>
                          <a:latin typeface="Calibri"/>
                        </a:rPr>
                        <a:t>19.80</a:t>
                      </a:r>
                    </a:p>
                  </a:txBody>
                  <a:tcPr/>
                </a:tc>
                <a:tc>
                  <a:txBody>
                    <a:bodyPr lIns="54864" rIns="54864" tIns="18288" bIns="18288" wrap="square" anchor="ctr"/>
                    <a:lstStyle/>
                    <a:p>
                      <a:pPr algn="l"/>
                      <a:r>
                        <a:rPr sz="700" b="0">
                          <a:solidFill>
                            <a:srgbClr val="000000"/>
                          </a:solidFill>
                          <a:latin typeface="Calibri"/>
                        </a:rPr>
                        <a:t>0.3542</a:t>
                      </a:r>
                    </a:p>
                  </a:txBody>
                  <a:tcPr/>
                </a:tc>
                <a:tc>
                  <a:txBody>
                    <a:bodyPr lIns="54864" rIns="54864" tIns="18288" bIns="18288" wrap="square" anchor="ctr"/>
                    <a:lstStyle/>
                    <a:p>
                      <a:pPr algn="l"/>
                      <a:r>
                        <a:rPr sz="700" b="0">
                          <a:solidFill>
                            <a:srgbClr val="000000"/>
                          </a:solidFill>
                          <a:latin typeface="Calibri"/>
                        </a:rPr>
                        <a:t>0.3383</a:t>
                      </a:r>
                    </a:p>
                  </a:txBody>
                  <a:tcPr/>
                </a:tc>
                <a:tc>
                  <a:txBody>
                    <a:bodyPr lIns="54864" rIns="54864" tIns="18288" bIns="18288" wrap="square" anchor="ctr"/>
                    <a:lstStyle/>
                    <a:p>
                      <a:pPr algn="l"/>
                      <a:r>
                        <a:rPr sz="700" b="0">
                          <a:solidFill>
                            <a:srgbClr val="000000"/>
                          </a:solidFill>
                          <a:latin typeface="Calibri"/>
                        </a:rPr>
                        <a:t>+159</a:t>
                      </a:r>
                    </a:p>
                  </a:txBody>
                  <a:tcPr/>
                </a:tc>
                <a:tc>
                  <a:txBody>
                    <a:bodyPr lIns="54864" rIns="54864" tIns="18288" bIns="18288" wrap="square" anchor="ctr"/>
                    <a:lstStyle/>
                    <a:p>
                      <a:pPr algn="l"/>
                      <a:r>
                        <a:rPr sz="700" b="0">
                          <a:solidFill>
                            <a:srgbClr val="000000"/>
                          </a:solidFill>
                          <a:latin typeface="Calibri"/>
                        </a:rPr>
                        <a:t>+4.69</a:t>
                      </a:r>
                    </a:p>
                  </a:txBody>
                  <a:tcPr/>
                </a:tc>
              </a:tr>
              <a:tr h="137160">
                <a:tc>
                  <a:txBody>
                    <a:bodyPr lIns="54864" rIns="54864" tIns="18288" bIns="18288" wrap="square" anchor="ctr"/>
                    <a:lstStyle/>
                    <a:p>
                      <a:pPr algn="l"/>
                      <a:r>
                        <a:rPr sz="700" b="0">
                          <a:solidFill>
                            <a:srgbClr val="000000"/>
                          </a:solidFill>
                          <a:latin typeface="Calibri"/>
                        </a:rPr>
                        <a:t>19.85</a:t>
                      </a:r>
                    </a:p>
                  </a:txBody>
                  <a:tcPr/>
                </a:tc>
                <a:tc>
                  <a:txBody>
                    <a:bodyPr lIns="54864" rIns="54864" tIns="18288" bIns="18288" wrap="square" anchor="ctr"/>
                    <a:lstStyle/>
                    <a:p>
                      <a:pPr algn="l"/>
                      <a:r>
                        <a:rPr sz="700" b="0">
                          <a:solidFill>
                            <a:srgbClr val="000000"/>
                          </a:solidFill>
                          <a:latin typeface="Calibri"/>
                        </a:rPr>
                        <a:t>0.3570</a:t>
                      </a:r>
                    </a:p>
                  </a:txBody>
                  <a:tcPr/>
                </a:tc>
                <a:tc>
                  <a:txBody>
                    <a:bodyPr lIns="54864" rIns="54864" tIns="18288" bIns="18288" wrap="square" anchor="ctr"/>
                    <a:lstStyle/>
                    <a:p>
                      <a:pPr algn="l"/>
                      <a:r>
                        <a:rPr sz="700" b="0">
                          <a:solidFill>
                            <a:srgbClr val="000000"/>
                          </a:solidFill>
                          <a:latin typeface="Calibri"/>
                        </a:rPr>
                        <a:t>0.3441</a:t>
                      </a:r>
                    </a:p>
                  </a:txBody>
                  <a:tcPr/>
                </a:tc>
                <a:tc>
                  <a:txBody>
                    <a:bodyPr lIns="54864" rIns="54864" tIns="18288" bIns="18288" wrap="square" anchor="ctr"/>
                    <a:lstStyle/>
                    <a:p>
                      <a:pPr algn="l"/>
                      <a:r>
                        <a:rPr sz="700" b="0">
                          <a:solidFill>
                            <a:srgbClr val="000000"/>
                          </a:solidFill>
                          <a:latin typeface="Calibri"/>
                        </a:rPr>
                        <a:t>+129</a:t>
                      </a:r>
                    </a:p>
                  </a:txBody>
                  <a:tcPr/>
                </a:tc>
                <a:tc>
                  <a:txBody>
                    <a:bodyPr lIns="54864" rIns="54864" tIns="18288" bIns="18288" wrap="square" anchor="ctr"/>
                    <a:lstStyle/>
                    <a:p>
                      <a:pPr algn="l"/>
                      <a:r>
                        <a:rPr sz="700" b="0">
                          <a:solidFill>
                            <a:srgbClr val="000000"/>
                          </a:solidFill>
                          <a:latin typeface="Calibri"/>
                        </a:rPr>
                        <a:t>+3.74</a:t>
                      </a:r>
                    </a:p>
                  </a:txBody>
                  <a:tcPr/>
                </a:tc>
              </a:tr>
              <a:tr h="137160">
                <a:tc>
                  <a:txBody>
                    <a:bodyPr lIns="54864" rIns="54864" tIns="18288" bIns="18288" wrap="square" anchor="ctr"/>
                    <a:lstStyle/>
                    <a:p>
                      <a:pPr algn="l"/>
                      <a:r>
                        <a:rPr sz="700" b="0">
                          <a:solidFill>
                            <a:srgbClr val="000000"/>
                          </a:solidFill>
                          <a:latin typeface="Calibri"/>
                        </a:rPr>
                        <a:t>19.90</a:t>
                      </a:r>
                    </a:p>
                  </a:txBody>
                  <a:tcPr/>
                </a:tc>
                <a:tc>
                  <a:txBody>
                    <a:bodyPr lIns="54864" rIns="54864" tIns="18288" bIns="18288" wrap="square" anchor="ctr"/>
                    <a:lstStyle/>
                    <a:p>
                      <a:pPr algn="l"/>
                      <a:r>
                        <a:rPr sz="700" b="0">
                          <a:solidFill>
                            <a:srgbClr val="000000"/>
                          </a:solidFill>
                          <a:latin typeface="Calibri"/>
                        </a:rPr>
                        <a:t>0.3621</a:t>
                      </a:r>
                    </a:p>
                  </a:txBody>
                  <a:tcPr/>
                </a:tc>
                <a:tc>
                  <a:txBody>
                    <a:bodyPr lIns="54864" rIns="54864" tIns="18288" bIns="18288" wrap="square" anchor="ctr"/>
                    <a:lstStyle/>
                    <a:p>
                      <a:pPr algn="l"/>
                      <a:r>
                        <a:rPr sz="700" b="0">
                          <a:solidFill>
                            <a:srgbClr val="000000"/>
                          </a:solidFill>
                          <a:latin typeface="Calibri"/>
                        </a:rPr>
                        <a:t>0.3499</a:t>
                      </a:r>
                    </a:p>
                  </a:txBody>
                  <a:tcPr/>
                </a:tc>
                <a:tc>
                  <a:txBody>
                    <a:bodyPr lIns="54864" rIns="54864" tIns="18288" bIns="18288" wrap="square" anchor="ctr"/>
                    <a:lstStyle/>
                    <a:p>
                      <a:pPr algn="l"/>
                      <a:r>
                        <a:rPr sz="700" b="0">
                          <a:solidFill>
                            <a:srgbClr val="000000"/>
                          </a:solidFill>
                          <a:latin typeface="Calibri"/>
                        </a:rPr>
                        <a:t>+122</a:t>
                      </a:r>
                    </a:p>
                  </a:txBody>
                  <a:tcPr/>
                </a:tc>
                <a:tc>
                  <a:txBody>
                    <a:bodyPr lIns="54864" rIns="54864" tIns="18288" bIns="18288" wrap="square" anchor="ctr"/>
                    <a:lstStyle/>
                    <a:p>
                      <a:pPr algn="l"/>
                      <a:r>
                        <a:rPr sz="700" b="0">
                          <a:solidFill>
                            <a:srgbClr val="000000"/>
                          </a:solidFill>
                          <a:latin typeface="Calibri"/>
                        </a:rPr>
                        <a:t>+3.48</a:t>
                      </a:r>
                    </a:p>
                  </a:txBody>
                  <a:tcPr/>
                </a:tc>
              </a:tr>
            </a:tbl>
          </a:graphicData>
        </a:graphic>
      </p:graphicFrame>
      <p:sp>
        <p:nvSpPr>
          <p:cNvPr id="9" name="Rounded Rectangle 8"/>
          <p:cNvSpPr/>
          <p:nvPr/>
        </p:nvSpPr>
        <p:spPr>
          <a:xfrm>
            <a:off x="384048" y="5669280"/>
            <a:ext cx="2761488"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10" name="Rounded Rectangle 9"/>
          <p:cNvSpPr/>
          <p:nvPr/>
        </p:nvSpPr>
        <p:spPr>
          <a:xfrm>
            <a:off x="3310128" y="5669280"/>
            <a:ext cx="2761488"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1" name="Rounded Rectangle 10"/>
          <p:cNvSpPr/>
          <p:nvPr/>
        </p:nvSpPr>
        <p:spPr>
          <a:xfrm>
            <a:off x="6236208" y="5669280"/>
            <a:ext cx="2761488"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2" name="Rounded Rectangle 11"/>
          <p:cNvSpPr/>
          <p:nvPr/>
        </p:nvSpPr>
        <p:spPr>
          <a:xfrm>
            <a:off x="9162288" y="5669280"/>
            <a:ext cx="2679192"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so the percentage column exaggerates the early points and flatters the late ones. Full list, to six decimals: documentation/mot_matched_points.csv</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