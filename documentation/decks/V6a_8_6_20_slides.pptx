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Rounded Rectangle 23"/>
          <p:cNvSpPr/>
          <p:nvPr/>
        </p:nvSpPr>
        <p:spPr>
          <a:xfrm>
            <a:off x="6254496"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SF20  DIC post-processing
measure any recorded video</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719072"/>
          <a:ext cx="11475720" cy="288036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192024">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192024">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192024">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11–20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SF20</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42" name="Rounded Rectangle 41"/>
          <p:cNvSpPr/>
          <p:nvPr/>
        </p:nvSpPr>
        <p:spPr>
          <a:xfrm>
            <a:off x="6309360" y="5413248"/>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19</a:t>
            </a:r>
          </a:p>
        </p:txBody>
      </p:sp>
      <p:sp>
        <p:nvSpPr>
          <p:cNvPr id="43" name="TextBox 42"/>
          <p:cNvSpPr txBox="1"/>
          <p:nvPr/>
        </p:nvSpPr>
        <p:spPr>
          <a:xfrm>
            <a:off x="682142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4" name="Rounded Rectangle 43"/>
          <p:cNvSpPr/>
          <p:nvPr/>
        </p:nvSpPr>
        <p:spPr>
          <a:xfrm>
            <a:off x="8458200" y="5413248"/>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5" name="TextBox 44"/>
          <p:cNvSpPr txBox="1"/>
          <p:nvPr/>
        </p:nvSpPr>
        <p:spPr>
          <a:xfrm>
            <a:off x="8970264" y="5468112"/>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6" name="Rectangle 45"/>
          <p:cNvSpPr/>
          <p:nvPr/>
        </p:nvSpPr>
        <p:spPr>
          <a:xfrm>
            <a:off x="6309360" y="5779008"/>
            <a:ext cx="55321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EVERY BUILT FEATURE IS RIG-VALIDATED. SF14 is the only one outstanding, and hardware blocks it — not code.</a:t>
            </a:r>
          </a:p>
        </p:txBody>
      </p:sp>
      <p:sp>
        <p:nvSpPr>
          <p:cNvPr id="47" name="TextBox 4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8" name="TextBox 4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(p276),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p288.</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p288 and p289.</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(p289).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p288.</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p293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(p296)</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(p296);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p290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p297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32206"/>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SF20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p289.</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(p296).</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(p286).</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p296, p288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