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79" r:id="rId4"/>
    <p:sldId id="258" r:id="rId5"/>
    <p:sldId id="275" r:id="rId6"/>
    <p:sldId id="276" r:id="rId7"/>
    <p:sldId id="277" r:id="rId8"/>
    <p:sldId id="259" r:id="rId9"/>
    <p:sldId id="260" r:id="rId10"/>
    <p:sldId id="261" r:id="rId11"/>
    <p:sldId id="262" r:id="rId12"/>
    <p:sldId id="263" r:id="rId13"/>
    <p:sldId id="264" r:id="rId14"/>
    <p:sldId id="266" r:id="rId15"/>
    <p:sldId id="265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8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8A22D07-A27E-47C8-8E55-7BBCBF5982D4}" v="28" dt="2026-09-07T09:59:02.03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0" d="100"/>
          <a:sy n="120" d="100"/>
        </p:scale>
        <p:origin x="198" y="96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ithya Sivakumar" userId="66f9b287-a2d3-4cb5-8dae-29884e733115" providerId="ADAL" clId="{937D3A49-D0E7-486D-BA98-5AD23D3FA812}"/>
    <pc:docChg chg="undo redo custSel addSld delSld modSld sldOrd modMainMaster">
      <pc:chgData name="Adithya Sivakumar" userId="66f9b287-a2d3-4cb5-8dae-29884e733115" providerId="ADAL" clId="{937D3A49-D0E7-486D-BA98-5AD23D3FA812}" dt="2026-09-07T11:32:53.251" v="1414" actId="20577"/>
      <pc:docMkLst>
        <pc:docMk/>
      </pc:docMkLst>
      <pc:sldChg chg="addSp delSp modSp mod">
        <pc:chgData name="Adithya Sivakumar" userId="66f9b287-a2d3-4cb5-8dae-29884e733115" providerId="ADAL" clId="{937D3A49-D0E7-486D-BA98-5AD23D3FA812}" dt="2026-09-07T08:03:03.322" v="741" actId="20577"/>
        <pc:sldMkLst>
          <pc:docMk/>
          <pc:sldMk cId="0" sldId="256"/>
        </pc:sldMkLst>
        <pc:spChg chg="add del mod">
          <ac:chgData name="Adithya Sivakumar" userId="66f9b287-a2d3-4cb5-8dae-29884e733115" providerId="ADAL" clId="{937D3A49-D0E7-486D-BA98-5AD23D3FA812}" dt="2026-09-06T16:36:33.153" v="314" actId="478"/>
          <ac:spMkLst>
            <pc:docMk/>
            <pc:sldMk cId="0" sldId="256"/>
            <ac:spMk id="2" creationId="{00000000-0000-0000-0000-000000000000}"/>
          </ac:spMkLst>
        </pc:spChg>
        <pc:spChg chg="mod">
          <ac:chgData name="Adithya Sivakumar" userId="66f9b287-a2d3-4cb5-8dae-29884e733115" providerId="ADAL" clId="{937D3A49-D0E7-486D-BA98-5AD23D3FA812}" dt="2026-09-04T17:16:11.988" v="33" actId="1076"/>
          <ac:spMkLst>
            <pc:docMk/>
            <pc:sldMk cId="0" sldId="256"/>
            <ac:spMk id="3" creationId="{00000000-0000-0000-0000-000000000000}"/>
          </ac:spMkLst>
        </pc:spChg>
        <pc:spChg chg="mod">
          <ac:chgData name="Adithya Sivakumar" userId="66f9b287-a2d3-4cb5-8dae-29884e733115" providerId="ADAL" clId="{937D3A49-D0E7-486D-BA98-5AD23D3FA812}" dt="2026-09-04T17:17:40.549" v="47" actId="14100"/>
          <ac:spMkLst>
            <pc:docMk/>
            <pc:sldMk cId="0" sldId="256"/>
            <ac:spMk id="4" creationId="{00000000-0000-0000-0000-000000000000}"/>
          </ac:spMkLst>
        </pc:spChg>
        <pc:spChg chg="mod">
          <ac:chgData name="Adithya Sivakumar" userId="66f9b287-a2d3-4cb5-8dae-29884e733115" providerId="ADAL" clId="{937D3A49-D0E7-486D-BA98-5AD23D3FA812}" dt="2026-09-04T17:19:51.142" v="61" actId="948"/>
          <ac:spMkLst>
            <pc:docMk/>
            <pc:sldMk cId="0" sldId="256"/>
            <ac:spMk id="9" creationId="{00000000-0000-0000-0000-000000000000}"/>
          </ac:spMkLst>
        </pc:spChg>
        <pc:spChg chg="mod">
          <ac:chgData name="Adithya Sivakumar" userId="66f9b287-a2d3-4cb5-8dae-29884e733115" providerId="ADAL" clId="{937D3A49-D0E7-486D-BA98-5AD23D3FA812}" dt="2026-09-07T08:03:03.322" v="741" actId="20577"/>
          <ac:spMkLst>
            <pc:docMk/>
            <pc:sldMk cId="0" sldId="256"/>
            <ac:spMk id="10" creationId="{00000000-0000-0000-0000-000000000000}"/>
          </ac:spMkLst>
        </pc:spChg>
        <pc:spChg chg="mod">
          <ac:chgData name="Adithya Sivakumar" userId="66f9b287-a2d3-4cb5-8dae-29884e733115" providerId="ADAL" clId="{937D3A49-D0E7-486D-BA98-5AD23D3FA812}" dt="2026-09-04T17:14:40.956" v="14" actId="164"/>
          <ac:spMkLst>
            <pc:docMk/>
            <pc:sldMk cId="0" sldId="256"/>
            <ac:spMk id="11" creationId="{00000000-0000-0000-0000-000000000000}"/>
          </ac:spMkLst>
        </pc:spChg>
        <pc:spChg chg="mod">
          <ac:chgData name="Adithya Sivakumar" userId="66f9b287-a2d3-4cb5-8dae-29884e733115" providerId="ADAL" clId="{937D3A49-D0E7-486D-BA98-5AD23D3FA812}" dt="2026-09-04T17:14:40.956" v="14" actId="164"/>
          <ac:spMkLst>
            <pc:docMk/>
            <pc:sldMk cId="0" sldId="256"/>
            <ac:spMk id="12" creationId="{00000000-0000-0000-0000-000000000000}"/>
          </ac:spMkLst>
        </pc:spChg>
        <pc:spChg chg="mod">
          <ac:chgData name="Adithya Sivakumar" userId="66f9b287-a2d3-4cb5-8dae-29884e733115" providerId="ADAL" clId="{937D3A49-D0E7-486D-BA98-5AD23D3FA812}" dt="2026-09-04T17:14:40.956" v="14" actId="164"/>
          <ac:spMkLst>
            <pc:docMk/>
            <pc:sldMk cId="0" sldId="256"/>
            <ac:spMk id="13" creationId="{00000000-0000-0000-0000-000000000000}"/>
          </ac:spMkLst>
        </pc:spChg>
        <pc:spChg chg="mod">
          <ac:chgData name="Adithya Sivakumar" userId="66f9b287-a2d3-4cb5-8dae-29884e733115" providerId="ADAL" clId="{937D3A49-D0E7-486D-BA98-5AD23D3FA812}" dt="2026-09-04T17:18:55.774" v="58" actId="108"/>
          <ac:spMkLst>
            <pc:docMk/>
            <pc:sldMk cId="0" sldId="256"/>
            <ac:spMk id="14" creationId="{00000000-0000-0000-0000-000000000000}"/>
          </ac:spMkLst>
        </pc:spChg>
        <pc:spChg chg="mod">
          <ac:chgData name="Adithya Sivakumar" userId="66f9b287-a2d3-4cb5-8dae-29884e733115" providerId="ADAL" clId="{937D3A49-D0E7-486D-BA98-5AD23D3FA812}" dt="2026-09-04T17:16:59.925" v="44" actId="403"/>
          <ac:spMkLst>
            <pc:docMk/>
            <pc:sldMk cId="0" sldId="256"/>
            <ac:spMk id="15" creationId="{00000000-0000-0000-0000-000000000000}"/>
          </ac:spMkLst>
        </pc:spChg>
        <pc:grpChg chg="add mod">
          <ac:chgData name="Adithya Sivakumar" userId="66f9b287-a2d3-4cb5-8dae-29884e733115" providerId="ADAL" clId="{937D3A49-D0E7-486D-BA98-5AD23D3FA812}" dt="2026-09-04T17:16:46.773" v="39" actId="1076"/>
          <ac:grpSpMkLst>
            <pc:docMk/>
            <pc:sldMk cId="0" sldId="256"/>
            <ac:grpSpMk id="18" creationId="{F48D39A4-8D71-351D-01A2-1DEF03C7DE2C}"/>
          </ac:grpSpMkLst>
        </pc:grpChg>
      </pc:sldChg>
      <pc:sldChg chg="delSp modSp mod">
        <pc:chgData name="Adithya Sivakumar" userId="66f9b287-a2d3-4cb5-8dae-29884e733115" providerId="ADAL" clId="{937D3A49-D0E7-486D-BA98-5AD23D3FA812}" dt="2026-09-07T10:20:16.855" v="1200" actId="20577"/>
        <pc:sldMkLst>
          <pc:docMk/>
          <pc:sldMk cId="0" sldId="257"/>
        </pc:sldMkLst>
        <pc:spChg chg="mod">
          <ac:chgData name="Adithya Sivakumar" userId="66f9b287-a2d3-4cb5-8dae-29884e733115" providerId="ADAL" clId="{937D3A49-D0E7-486D-BA98-5AD23D3FA812}" dt="2026-09-05T17:42:47.273" v="217" actId="20577"/>
          <ac:spMkLst>
            <pc:docMk/>
            <pc:sldMk cId="0" sldId="257"/>
            <ac:spMk id="10" creationId="{00000000-0000-0000-0000-000000000000}"/>
          </ac:spMkLst>
        </pc:spChg>
        <pc:spChg chg="del">
          <ac:chgData name="Adithya Sivakumar" userId="66f9b287-a2d3-4cb5-8dae-29884e733115" providerId="ADAL" clId="{937D3A49-D0E7-486D-BA98-5AD23D3FA812}" dt="2026-09-07T08:02:26.055" v="732" actId="478"/>
          <ac:spMkLst>
            <pc:docMk/>
            <pc:sldMk cId="0" sldId="257"/>
            <ac:spMk id="14" creationId="{00000000-0000-0000-0000-000000000000}"/>
          </ac:spMkLst>
        </pc:spChg>
        <pc:spChg chg="mod">
          <ac:chgData name="Adithya Sivakumar" userId="66f9b287-a2d3-4cb5-8dae-29884e733115" providerId="ADAL" clId="{937D3A49-D0E7-486D-BA98-5AD23D3FA812}" dt="2026-09-04T17:23:53.968" v="115" actId="14100"/>
          <ac:spMkLst>
            <pc:docMk/>
            <pc:sldMk cId="0" sldId="257"/>
            <ac:spMk id="16" creationId="{00000000-0000-0000-0000-000000000000}"/>
          </ac:spMkLst>
        </pc:spChg>
        <pc:spChg chg="mod">
          <ac:chgData name="Adithya Sivakumar" userId="66f9b287-a2d3-4cb5-8dae-29884e733115" providerId="ADAL" clId="{937D3A49-D0E7-486D-BA98-5AD23D3FA812}" dt="2026-09-04T17:24:29.782" v="123" actId="113"/>
          <ac:spMkLst>
            <pc:docMk/>
            <pc:sldMk cId="0" sldId="257"/>
            <ac:spMk id="17" creationId="{00000000-0000-0000-0000-000000000000}"/>
          </ac:spMkLst>
        </pc:spChg>
        <pc:spChg chg="mod">
          <ac:chgData name="Adithya Sivakumar" userId="66f9b287-a2d3-4cb5-8dae-29884e733115" providerId="ADAL" clId="{937D3A49-D0E7-486D-BA98-5AD23D3FA812}" dt="2026-09-04T17:23:56.855" v="116" actId="14100"/>
          <ac:spMkLst>
            <pc:docMk/>
            <pc:sldMk cId="0" sldId="257"/>
            <ac:spMk id="20" creationId="{00000000-0000-0000-0000-000000000000}"/>
          </ac:spMkLst>
        </pc:spChg>
        <pc:spChg chg="mod">
          <ac:chgData name="Adithya Sivakumar" userId="66f9b287-a2d3-4cb5-8dae-29884e733115" providerId="ADAL" clId="{937D3A49-D0E7-486D-BA98-5AD23D3FA812}" dt="2026-09-04T17:24:31.928" v="124" actId="113"/>
          <ac:spMkLst>
            <pc:docMk/>
            <pc:sldMk cId="0" sldId="257"/>
            <ac:spMk id="21" creationId="{00000000-0000-0000-0000-000000000000}"/>
          </ac:spMkLst>
        </pc:spChg>
        <pc:spChg chg="mod">
          <ac:chgData name="Adithya Sivakumar" userId="66f9b287-a2d3-4cb5-8dae-29884e733115" providerId="ADAL" clId="{937D3A49-D0E7-486D-BA98-5AD23D3FA812}" dt="2026-09-04T17:24:05.704" v="117" actId="14100"/>
          <ac:spMkLst>
            <pc:docMk/>
            <pc:sldMk cId="0" sldId="257"/>
            <ac:spMk id="24" creationId="{00000000-0000-0000-0000-000000000000}"/>
          </ac:spMkLst>
        </pc:spChg>
        <pc:spChg chg="mod">
          <ac:chgData name="Adithya Sivakumar" userId="66f9b287-a2d3-4cb5-8dae-29884e733115" providerId="ADAL" clId="{937D3A49-D0E7-486D-BA98-5AD23D3FA812}" dt="2026-09-04T17:24:33.488" v="125" actId="113"/>
          <ac:spMkLst>
            <pc:docMk/>
            <pc:sldMk cId="0" sldId="257"/>
            <ac:spMk id="25" creationId="{00000000-0000-0000-0000-000000000000}"/>
          </ac:spMkLst>
        </pc:spChg>
        <pc:spChg chg="mod">
          <ac:chgData name="Adithya Sivakumar" userId="66f9b287-a2d3-4cb5-8dae-29884e733115" providerId="ADAL" clId="{937D3A49-D0E7-486D-BA98-5AD23D3FA812}" dt="2026-09-04T17:24:11.435" v="119" actId="1076"/>
          <ac:spMkLst>
            <pc:docMk/>
            <pc:sldMk cId="0" sldId="257"/>
            <ac:spMk id="27" creationId="{00000000-0000-0000-0000-000000000000}"/>
          </ac:spMkLst>
        </pc:spChg>
        <pc:spChg chg="mod">
          <ac:chgData name="Adithya Sivakumar" userId="66f9b287-a2d3-4cb5-8dae-29884e733115" providerId="ADAL" clId="{937D3A49-D0E7-486D-BA98-5AD23D3FA812}" dt="2026-09-04T17:24:15.101" v="120" actId="14100"/>
          <ac:spMkLst>
            <pc:docMk/>
            <pc:sldMk cId="0" sldId="257"/>
            <ac:spMk id="28" creationId="{00000000-0000-0000-0000-000000000000}"/>
          </ac:spMkLst>
        </pc:spChg>
        <pc:spChg chg="mod">
          <ac:chgData name="Adithya Sivakumar" userId="66f9b287-a2d3-4cb5-8dae-29884e733115" providerId="ADAL" clId="{937D3A49-D0E7-486D-BA98-5AD23D3FA812}" dt="2026-09-04T17:24:35.324" v="126" actId="113"/>
          <ac:spMkLst>
            <pc:docMk/>
            <pc:sldMk cId="0" sldId="257"/>
            <ac:spMk id="29" creationId="{00000000-0000-0000-0000-000000000000}"/>
          </ac:spMkLst>
        </pc:spChg>
        <pc:spChg chg="mod">
          <ac:chgData name="Adithya Sivakumar" userId="66f9b287-a2d3-4cb5-8dae-29884e733115" providerId="ADAL" clId="{937D3A49-D0E7-486D-BA98-5AD23D3FA812}" dt="2026-09-07T10:20:16.855" v="1200" actId="20577"/>
          <ac:spMkLst>
            <pc:docMk/>
            <pc:sldMk cId="0" sldId="257"/>
            <ac:spMk id="31" creationId="{00000000-0000-0000-0000-000000000000}"/>
          </ac:spMkLst>
        </pc:spChg>
        <pc:spChg chg="mod">
          <ac:chgData name="Adithya Sivakumar" userId="66f9b287-a2d3-4cb5-8dae-29884e733115" providerId="ADAL" clId="{937D3A49-D0E7-486D-BA98-5AD23D3FA812}" dt="2026-09-04T17:24:21.479" v="121" actId="14100"/>
          <ac:spMkLst>
            <pc:docMk/>
            <pc:sldMk cId="0" sldId="257"/>
            <ac:spMk id="32" creationId="{00000000-0000-0000-0000-000000000000}"/>
          </ac:spMkLst>
        </pc:spChg>
        <pc:spChg chg="mod">
          <ac:chgData name="Adithya Sivakumar" userId="66f9b287-a2d3-4cb5-8dae-29884e733115" providerId="ADAL" clId="{937D3A49-D0E7-486D-BA98-5AD23D3FA812}" dt="2026-09-04T17:24:40.188" v="128" actId="113"/>
          <ac:spMkLst>
            <pc:docMk/>
            <pc:sldMk cId="0" sldId="257"/>
            <ac:spMk id="33" creationId="{00000000-0000-0000-0000-000000000000}"/>
          </ac:spMkLst>
        </pc:spChg>
        <pc:spChg chg="mod">
          <ac:chgData name="Adithya Sivakumar" userId="66f9b287-a2d3-4cb5-8dae-29884e733115" providerId="ADAL" clId="{937D3A49-D0E7-486D-BA98-5AD23D3FA812}" dt="2026-09-04T17:24:26.221" v="122" actId="14100"/>
          <ac:spMkLst>
            <pc:docMk/>
            <pc:sldMk cId="0" sldId="257"/>
            <ac:spMk id="36" creationId="{00000000-0000-0000-0000-000000000000}"/>
          </ac:spMkLst>
        </pc:spChg>
        <pc:spChg chg="mod">
          <ac:chgData name="Adithya Sivakumar" userId="66f9b287-a2d3-4cb5-8dae-29884e733115" providerId="ADAL" clId="{937D3A49-D0E7-486D-BA98-5AD23D3FA812}" dt="2026-09-04T17:24:38.658" v="127" actId="113"/>
          <ac:spMkLst>
            <pc:docMk/>
            <pc:sldMk cId="0" sldId="257"/>
            <ac:spMk id="37" creationId="{00000000-0000-0000-0000-000000000000}"/>
          </ac:spMkLst>
        </pc:spChg>
        <pc:spChg chg="mod">
          <ac:chgData name="Adithya Sivakumar" userId="66f9b287-a2d3-4cb5-8dae-29884e733115" providerId="ADAL" clId="{937D3A49-D0E7-486D-BA98-5AD23D3FA812}" dt="2026-09-07T08:04:37.677" v="752" actId="20577"/>
          <ac:spMkLst>
            <pc:docMk/>
            <pc:sldMk cId="0" sldId="257"/>
            <ac:spMk id="38" creationId="{00000000-0000-0000-0000-000000000000}"/>
          </ac:spMkLst>
        </pc:spChg>
        <pc:spChg chg="mod">
          <ac:chgData name="Adithya Sivakumar" userId="66f9b287-a2d3-4cb5-8dae-29884e733115" providerId="ADAL" clId="{937D3A49-D0E7-486D-BA98-5AD23D3FA812}" dt="2026-09-07T08:04:55.158" v="800" actId="20577"/>
          <ac:spMkLst>
            <pc:docMk/>
            <pc:sldMk cId="0" sldId="257"/>
            <ac:spMk id="39" creationId="{00000000-0000-0000-0000-000000000000}"/>
          </ac:spMkLst>
        </pc:spChg>
        <pc:spChg chg="mod">
          <ac:chgData name="Adithya Sivakumar" userId="66f9b287-a2d3-4cb5-8dae-29884e733115" providerId="ADAL" clId="{937D3A49-D0E7-486D-BA98-5AD23D3FA812}" dt="2026-09-05T17:43:45.806" v="221" actId="20577"/>
          <ac:spMkLst>
            <pc:docMk/>
            <pc:sldMk cId="0" sldId="257"/>
            <ac:spMk id="40" creationId="{00000000-0000-0000-0000-000000000000}"/>
          </ac:spMkLst>
        </pc:spChg>
      </pc:sldChg>
      <pc:sldChg chg="addSp delSp modSp mod modNotesTx">
        <pc:chgData name="Adithya Sivakumar" userId="66f9b287-a2d3-4cb5-8dae-29884e733115" providerId="ADAL" clId="{937D3A49-D0E7-486D-BA98-5AD23D3FA812}" dt="2026-09-06T16:36:48.994" v="318" actId="1036"/>
        <pc:sldMkLst>
          <pc:docMk/>
          <pc:sldMk cId="0" sldId="258"/>
        </pc:sldMkLst>
        <pc:spChg chg="add del mod">
          <ac:chgData name="Adithya Sivakumar" userId="66f9b287-a2d3-4cb5-8dae-29884e733115" providerId="ADAL" clId="{937D3A49-D0E7-486D-BA98-5AD23D3FA812}" dt="2026-09-06T16:36:48.994" v="318" actId="1036"/>
          <ac:spMkLst>
            <pc:docMk/>
            <pc:sldMk cId="0" sldId="258"/>
            <ac:spMk id="2" creationId="{00000000-0000-0000-0000-000000000000}"/>
          </ac:spMkLst>
        </pc:spChg>
        <pc:spChg chg="mod">
          <ac:chgData name="Adithya Sivakumar" userId="66f9b287-a2d3-4cb5-8dae-29884e733115" providerId="ADAL" clId="{937D3A49-D0E7-486D-BA98-5AD23D3FA812}" dt="2026-09-05T11:20:16.156" v="144" actId="14100"/>
          <ac:spMkLst>
            <pc:docMk/>
            <pc:sldMk cId="0" sldId="258"/>
            <ac:spMk id="16" creationId="{00000000-0000-0000-0000-000000000000}"/>
          </ac:spMkLst>
        </pc:spChg>
        <pc:spChg chg="mod">
          <ac:chgData name="Adithya Sivakumar" userId="66f9b287-a2d3-4cb5-8dae-29884e733115" providerId="ADAL" clId="{937D3A49-D0E7-486D-BA98-5AD23D3FA812}" dt="2026-09-05T11:19:50.508" v="143" actId="1076"/>
          <ac:spMkLst>
            <pc:docMk/>
            <pc:sldMk cId="0" sldId="258"/>
            <ac:spMk id="17" creationId="{00000000-0000-0000-0000-000000000000}"/>
          </ac:spMkLst>
        </pc:spChg>
        <pc:spChg chg="mod">
          <ac:chgData name="Adithya Sivakumar" userId="66f9b287-a2d3-4cb5-8dae-29884e733115" providerId="ADAL" clId="{937D3A49-D0E7-486D-BA98-5AD23D3FA812}" dt="2026-09-05T17:08:28.953" v="208" actId="20577"/>
          <ac:spMkLst>
            <pc:docMk/>
            <pc:sldMk cId="0" sldId="258"/>
            <ac:spMk id="21" creationId="{00000000-0000-0000-0000-000000000000}"/>
          </ac:spMkLst>
        </pc:spChg>
        <pc:spChg chg="mod">
          <ac:chgData name="Adithya Sivakumar" userId="66f9b287-a2d3-4cb5-8dae-29884e733115" providerId="ADAL" clId="{937D3A49-D0E7-486D-BA98-5AD23D3FA812}" dt="2026-09-05T17:07:50.901" v="193" actId="20577"/>
          <ac:spMkLst>
            <pc:docMk/>
            <pc:sldMk cId="0" sldId="258"/>
            <ac:spMk id="22" creationId="{00000000-0000-0000-0000-000000000000}"/>
          </ac:spMkLst>
        </pc:spChg>
        <pc:spChg chg="mod">
          <ac:chgData name="Adithya Sivakumar" userId="66f9b287-a2d3-4cb5-8dae-29884e733115" providerId="ADAL" clId="{937D3A49-D0E7-486D-BA98-5AD23D3FA812}" dt="2026-09-05T17:07:43.216" v="189" actId="20577"/>
          <ac:spMkLst>
            <pc:docMk/>
            <pc:sldMk cId="0" sldId="258"/>
            <ac:spMk id="26" creationId="{00000000-0000-0000-0000-000000000000}"/>
          </ac:spMkLst>
        </pc:spChg>
        <pc:spChg chg="mod">
          <ac:chgData name="Adithya Sivakumar" userId="66f9b287-a2d3-4cb5-8dae-29884e733115" providerId="ADAL" clId="{937D3A49-D0E7-486D-BA98-5AD23D3FA812}" dt="2026-09-05T11:32:34.991" v="153" actId="20577"/>
          <ac:spMkLst>
            <pc:docMk/>
            <pc:sldMk cId="0" sldId="258"/>
            <ac:spMk id="29" creationId="{00000000-0000-0000-0000-000000000000}"/>
          </ac:spMkLst>
        </pc:spChg>
        <pc:spChg chg="mod">
          <ac:chgData name="Adithya Sivakumar" userId="66f9b287-a2d3-4cb5-8dae-29884e733115" providerId="ADAL" clId="{937D3A49-D0E7-486D-BA98-5AD23D3FA812}" dt="2026-09-05T11:33:00.493" v="171" actId="20577"/>
          <ac:spMkLst>
            <pc:docMk/>
            <pc:sldMk cId="0" sldId="258"/>
            <ac:spMk id="30" creationId="{00000000-0000-0000-0000-000000000000}"/>
          </ac:spMkLst>
        </pc:spChg>
        <pc:picChg chg="mod">
          <ac:chgData name="Adithya Sivakumar" userId="66f9b287-a2d3-4cb5-8dae-29884e733115" providerId="ADAL" clId="{937D3A49-D0E7-486D-BA98-5AD23D3FA812}" dt="2026-09-05T12:38:29.965" v="173" actId="1076"/>
          <ac:picMkLst>
            <pc:docMk/>
            <pc:sldMk cId="0" sldId="258"/>
            <ac:picMk id="18" creationId="{00000000-0000-0000-0000-000000000000}"/>
          </ac:picMkLst>
        </pc:picChg>
      </pc:sldChg>
      <pc:sldChg chg="addSp delSp modSp mod">
        <pc:chgData name="Adithya Sivakumar" userId="66f9b287-a2d3-4cb5-8dae-29884e733115" providerId="ADAL" clId="{937D3A49-D0E7-486D-BA98-5AD23D3FA812}" dt="2026-09-07T11:32:53.251" v="1414" actId="20577"/>
        <pc:sldMkLst>
          <pc:docMk/>
          <pc:sldMk cId="0" sldId="259"/>
        </pc:sldMkLst>
        <pc:spChg chg="mod">
          <ac:chgData name="Adithya Sivakumar" userId="66f9b287-a2d3-4cb5-8dae-29884e733115" providerId="ADAL" clId="{937D3A49-D0E7-486D-BA98-5AD23D3FA812}" dt="2026-09-07T11:32:30.167" v="1410" actId="20577"/>
          <ac:spMkLst>
            <pc:docMk/>
            <pc:sldMk cId="0" sldId="259"/>
            <ac:spMk id="20" creationId="{00000000-0000-0000-0000-000000000000}"/>
          </ac:spMkLst>
        </pc:spChg>
        <pc:spChg chg="mod">
          <ac:chgData name="Adithya Sivakumar" userId="66f9b287-a2d3-4cb5-8dae-29884e733115" providerId="ADAL" clId="{937D3A49-D0E7-486D-BA98-5AD23D3FA812}" dt="2026-09-07T11:32:19.346" v="1406" actId="14100"/>
          <ac:spMkLst>
            <pc:docMk/>
            <pc:sldMk cId="0" sldId="259"/>
            <ac:spMk id="21" creationId="{00000000-0000-0000-0000-000000000000}"/>
          </ac:spMkLst>
        </pc:spChg>
        <pc:spChg chg="mod">
          <ac:chgData name="Adithya Sivakumar" userId="66f9b287-a2d3-4cb5-8dae-29884e733115" providerId="ADAL" clId="{937D3A49-D0E7-486D-BA98-5AD23D3FA812}" dt="2026-09-07T11:32:10.233" v="1404" actId="164"/>
          <ac:spMkLst>
            <pc:docMk/>
            <pc:sldMk cId="0" sldId="259"/>
            <ac:spMk id="22" creationId="{00000000-0000-0000-0000-000000000000}"/>
          </ac:spMkLst>
        </pc:spChg>
        <pc:spChg chg="mod">
          <ac:chgData name="Adithya Sivakumar" userId="66f9b287-a2d3-4cb5-8dae-29884e733115" providerId="ADAL" clId="{937D3A49-D0E7-486D-BA98-5AD23D3FA812}" dt="2026-09-07T11:32:53.251" v="1414" actId="20577"/>
          <ac:spMkLst>
            <pc:docMk/>
            <pc:sldMk cId="0" sldId="259"/>
            <ac:spMk id="26" creationId="{00000000-0000-0000-0000-000000000000}"/>
          </ac:spMkLst>
        </pc:spChg>
        <pc:spChg chg="del mod">
          <ac:chgData name="Adithya Sivakumar" userId="66f9b287-a2d3-4cb5-8dae-29884e733115" providerId="ADAL" clId="{937D3A49-D0E7-486D-BA98-5AD23D3FA812}" dt="2026-09-07T10:19:43.252" v="1192" actId="478"/>
          <ac:spMkLst>
            <pc:docMk/>
            <pc:sldMk cId="0" sldId="259"/>
            <ac:spMk id="27" creationId="{00000000-0000-0000-0000-000000000000}"/>
          </ac:spMkLst>
        </pc:spChg>
        <pc:grpChg chg="add mod">
          <ac:chgData name="Adithya Sivakumar" userId="66f9b287-a2d3-4cb5-8dae-29884e733115" providerId="ADAL" clId="{937D3A49-D0E7-486D-BA98-5AD23D3FA812}" dt="2026-09-07T11:32:14.155" v="1405" actId="1076"/>
          <ac:grpSpMkLst>
            <pc:docMk/>
            <pc:sldMk cId="0" sldId="259"/>
            <ac:grpSpMk id="27" creationId="{F2EED6AE-0EBC-8C24-E459-6A17FFA0162A}"/>
          </ac:grpSpMkLst>
        </pc:grpChg>
        <pc:picChg chg="mod modCrop">
          <ac:chgData name="Adithya Sivakumar" userId="66f9b287-a2d3-4cb5-8dae-29884e733115" providerId="ADAL" clId="{937D3A49-D0E7-486D-BA98-5AD23D3FA812}" dt="2026-09-07T10:16:53.845" v="1190" actId="1076"/>
          <ac:picMkLst>
            <pc:docMk/>
            <pc:sldMk cId="0" sldId="259"/>
            <ac:picMk id="17" creationId="{00000000-0000-0000-0000-000000000000}"/>
          </ac:picMkLst>
        </pc:picChg>
      </pc:sldChg>
      <pc:sldChg chg="modSp mod">
        <pc:chgData name="Adithya Sivakumar" userId="66f9b287-a2d3-4cb5-8dae-29884e733115" providerId="ADAL" clId="{937D3A49-D0E7-486D-BA98-5AD23D3FA812}" dt="2026-09-07T09:43:55.218" v="1116" actId="20577"/>
        <pc:sldMkLst>
          <pc:docMk/>
          <pc:sldMk cId="0" sldId="260"/>
        </pc:sldMkLst>
        <pc:spChg chg="mod">
          <ac:chgData name="Adithya Sivakumar" userId="66f9b287-a2d3-4cb5-8dae-29884e733115" providerId="ADAL" clId="{937D3A49-D0E7-486D-BA98-5AD23D3FA812}" dt="2026-09-06T16:37:28.541" v="381" actId="20577"/>
          <ac:spMkLst>
            <pc:docMk/>
            <pc:sldMk cId="0" sldId="260"/>
            <ac:spMk id="10" creationId="{00000000-0000-0000-0000-000000000000}"/>
          </ac:spMkLst>
        </pc:spChg>
        <pc:spChg chg="mod">
          <ac:chgData name="Adithya Sivakumar" userId="66f9b287-a2d3-4cb5-8dae-29884e733115" providerId="ADAL" clId="{937D3A49-D0E7-486D-BA98-5AD23D3FA812}" dt="2026-09-07T09:43:55.218" v="1116" actId="20577"/>
          <ac:spMkLst>
            <pc:docMk/>
            <pc:sldMk cId="0" sldId="260"/>
            <ac:spMk id="96" creationId="{00000000-0000-0000-0000-000000000000}"/>
          </ac:spMkLst>
        </pc:spChg>
      </pc:sldChg>
      <pc:sldChg chg="modSp mod">
        <pc:chgData name="Adithya Sivakumar" userId="66f9b287-a2d3-4cb5-8dae-29884e733115" providerId="ADAL" clId="{937D3A49-D0E7-486D-BA98-5AD23D3FA812}" dt="2026-09-07T09:45:45.814" v="1118" actId="20577"/>
        <pc:sldMkLst>
          <pc:docMk/>
          <pc:sldMk cId="0" sldId="261"/>
        </pc:sldMkLst>
        <pc:spChg chg="mod">
          <ac:chgData name="Adithya Sivakumar" userId="66f9b287-a2d3-4cb5-8dae-29884e733115" providerId="ADAL" clId="{937D3A49-D0E7-486D-BA98-5AD23D3FA812}" dt="2026-09-07T09:45:45.814" v="1118" actId="20577"/>
          <ac:spMkLst>
            <pc:docMk/>
            <pc:sldMk cId="0" sldId="261"/>
            <ac:spMk id="78" creationId="{00000000-0000-0000-0000-000000000000}"/>
          </ac:spMkLst>
        </pc:spChg>
      </pc:sldChg>
      <pc:sldChg chg="modSp mod">
        <pc:chgData name="Adithya Sivakumar" userId="66f9b287-a2d3-4cb5-8dae-29884e733115" providerId="ADAL" clId="{937D3A49-D0E7-486D-BA98-5AD23D3FA812}" dt="2026-09-06T19:14:50.322" v="653" actId="20577"/>
        <pc:sldMkLst>
          <pc:docMk/>
          <pc:sldMk cId="0" sldId="262"/>
        </pc:sldMkLst>
        <pc:spChg chg="mod">
          <ac:chgData name="Adithya Sivakumar" userId="66f9b287-a2d3-4cb5-8dae-29884e733115" providerId="ADAL" clId="{937D3A49-D0E7-486D-BA98-5AD23D3FA812}" dt="2026-09-06T15:45:12.524" v="295" actId="20577"/>
          <ac:spMkLst>
            <pc:docMk/>
            <pc:sldMk cId="0" sldId="262"/>
            <ac:spMk id="10" creationId="{00000000-0000-0000-0000-000000000000}"/>
          </ac:spMkLst>
        </pc:spChg>
        <pc:spChg chg="mod">
          <ac:chgData name="Adithya Sivakumar" userId="66f9b287-a2d3-4cb5-8dae-29884e733115" providerId="ADAL" clId="{937D3A49-D0E7-486D-BA98-5AD23D3FA812}" dt="2026-09-06T19:14:50.322" v="653" actId="20577"/>
          <ac:spMkLst>
            <pc:docMk/>
            <pc:sldMk cId="0" sldId="262"/>
            <ac:spMk id="20" creationId="{00000000-0000-0000-0000-000000000000}"/>
          </ac:spMkLst>
        </pc:spChg>
      </pc:sldChg>
      <pc:sldChg chg="addSp delSp modSp mod">
        <pc:chgData name="Adithya Sivakumar" userId="66f9b287-a2d3-4cb5-8dae-29884e733115" providerId="ADAL" clId="{937D3A49-D0E7-486D-BA98-5AD23D3FA812}" dt="2026-09-07T09:17:11.351" v="1108" actId="14100"/>
        <pc:sldMkLst>
          <pc:docMk/>
          <pc:sldMk cId="0" sldId="263"/>
        </pc:sldMkLst>
        <pc:spChg chg="add del mod">
          <ac:chgData name="Adithya Sivakumar" userId="66f9b287-a2d3-4cb5-8dae-29884e733115" providerId="ADAL" clId="{937D3A49-D0E7-486D-BA98-5AD23D3FA812}" dt="2026-09-06T16:53:12.361" v="625" actId="1076"/>
          <ac:spMkLst>
            <pc:docMk/>
            <pc:sldMk cId="0" sldId="263"/>
            <ac:spMk id="2" creationId="{00000000-0000-0000-0000-000000000000}"/>
          </ac:spMkLst>
        </pc:spChg>
        <pc:spChg chg="mod">
          <ac:chgData name="Adithya Sivakumar" userId="66f9b287-a2d3-4cb5-8dae-29884e733115" providerId="ADAL" clId="{937D3A49-D0E7-486D-BA98-5AD23D3FA812}" dt="2026-09-06T16:52:45.875" v="620" actId="20577"/>
          <ac:spMkLst>
            <pc:docMk/>
            <pc:sldMk cId="0" sldId="263"/>
            <ac:spMk id="10" creationId="{00000000-0000-0000-0000-000000000000}"/>
          </ac:spMkLst>
        </pc:spChg>
        <pc:spChg chg="add del mod">
          <ac:chgData name="Adithya Sivakumar" userId="66f9b287-a2d3-4cb5-8dae-29884e733115" providerId="ADAL" clId="{937D3A49-D0E7-486D-BA98-5AD23D3FA812}" dt="2026-09-06T16:52:51.268" v="621" actId="113"/>
          <ac:spMkLst>
            <pc:docMk/>
            <pc:sldMk cId="0" sldId="263"/>
            <ac:spMk id="22" creationId="{00000000-0000-0000-0000-000000000000}"/>
          </ac:spMkLst>
        </pc:spChg>
        <pc:spChg chg="mod">
          <ac:chgData name="Adithya Sivakumar" userId="66f9b287-a2d3-4cb5-8dae-29884e733115" providerId="ADAL" clId="{937D3A49-D0E7-486D-BA98-5AD23D3FA812}" dt="2026-09-06T16:52:15.138" v="580" actId="1076"/>
          <ac:spMkLst>
            <pc:docMk/>
            <pc:sldMk cId="0" sldId="263"/>
            <ac:spMk id="23" creationId="{00000000-0000-0000-0000-000000000000}"/>
          </ac:spMkLst>
        </pc:spChg>
        <pc:spChg chg="mod">
          <ac:chgData name="Adithya Sivakumar" userId="66f9b287-a2d3-4cb5-8dae-29884e733115" providerId="ADAL" clId="{937D3A49-D0E7-486D-BA98-5AD23D3FA812}" dt="2026-09-07T09:17:11.351" v="1108" actId="14100"/>
          <ac:spMkLst>
            <pc:docMk/>
            <pc:sldMk cId="0" sldId="263"/>
            <ac:spMk id="24" creationId="{00000000-0000-0000-0000-000000000000}"/>
          </ac:spMkLst>
        </pc:spChg>
        <pc:spChg chg="mod">
          <ac:chgData name="Adithya Sivakumar" userId="66f9b287-a2d3-4cb5-8dae-29884e733115" providerId="ADAL" clId="{937D3A49-D0E7-486D-BA98-5AD23D3FA812}" dt="2026-09-06T16:51:22.269" v="575" actId="164"/>
          <ac:spMkLst>
            <pc:docMk/>
            <pc:sldMk cId="0" sldId="263"/>
            <ac:spMk id="25" creationId="{00000000-0000-0000-0000-000000000000}"/>
          </ac:spMkLst>
        </pc:spChg>
        <pc:spChg chg="mod">
          <ac:chgData name="Adithya Sivakumar" userId="66f9b287-a2d3-4cb5-8dae-29884e733115" providerId="ADAL" clId="{937D3A49-D0E7-486D-BA98-5AD23D3FA812}" dt="2026-09-06T16:51:22.269" v="575" actId="164"/>
          <ac:spMkLst>
            <pc:docMk/>
            <pc:sldMk cId="0" sldId="263"/>
            <ac:spMk id="26" creationId="{00000000-0000-0000-0000-000000000000}"/>
          </ac:spMkLst>
        </pc:spChg>
        <pc:spChg chg="mod">
          <ac:chgData name="Adithya Sivakumar" userId="66f9b287-a2d3-4cb5-8dae-29884e733115" providerId="ADAL" clId="{937D3A49-D0E7-486D-BA98-5AD23D3FA812}" dt="2026-09-06T16:51:57.154" v="579" actId="164"/>
          <ac:spMkLst>
            <pc:docMk/>
            <pc:sldMk cId="0" sldId="263"/>
            <ac:spMk id="27" creationId="{00000000-0000-0000-0000-000000000000}"/>
          </ac:spMkLst>
        </pc:spChg>
        <pc:spChg chg="mod">
          <ac:chgData name="Adithya Sivakumar" userId="66f9b287-a2d3-4cb5-8dae-29884e733115" providerId="ADAL" clId="{937D3A49-D0E7-486D-BA98-5AD23D3FA812}" dt="2026-09-06T16:50:57.243" v="574" actId="164"/>
          <ac:spMkLst>
            <pc:docMk/>
            <pc:sldMk cId="0" sldId="263"/>
            <ac:spMk id="28" creationId="{00000000-0000-0000-0000-000000000000}"/>
          </ac:spMkLst>
        </pc:spChg>
        <pc:spChg chg="mod">
          <ac:chgData name="Adithya Sivakumar" userId="66f9b287-a2d3-4cb5-8dae-29884e733115" providerId="ADAL" clId="{937D3A49-D0E7-486D-BA98-5AD23D3FA812}" dt="2026-09-06T16:50:57.243" v="574" actId="164"/>
          <ac:spMkLst>
            <pc:docMk/>
            <pc:sldMk cId="0" sldId="263"/>
            <ac:spMk id="29" creationId="{00000000-0000-0000-0000-000000000000}"/>
          </ac:spMkLst>
        </pc:spChg>
        <pc:spChg chg="mod">
          <ac:chgData name="Adithya Sivakumar" userId="66f9b287-a2d3-4cb5-8dae-29884e733115" providerId="ADAL" clId="{937D3A49-D0E7-486D-BA98-5AD23D3FA812}" dt="2026-09-06T16:53:45.367" v="640" actId="20577"/>
          <ac:spMkLst>
            <pc:docMk/>
            <pc:sldMk cId="0" sldId="263"/>
            <ac:spMk id="30" creationId="{00000000-0000-0000-0000-000000000000}"/>
          </ac:spMkLst>
        </pc:spChg>
        <pc:grpChg chg="add mod">
          <ac:chgData name="Adithya Sivakumar" userId="66f9b287-a2d3-4cb5-8dae-29884e733115" providerId="ADAL" clId="{937D3A49-D0E7-486D-BA98-5AD23D3FA812}" dt="2026-09-06T16:51:57.154" v="579" actId="164"/>
          <ac:grpSpMkLst>
            <pc:docMk/>
            <pc:sldMk cId="0" sldId="263"/>
            <ac:grpSpMk id="31" creationId="{C7BDFA9B-05E6-4D44-EE74-B073D8760FAF}"/>
          </ac:grpSpMkLst>
        </pc:grpChg>
        <pc:grpChg chg="add mod">
          <ac:chgData name="Adithya Sivakumar" userId="66f9b287-a2d3-4cb5-8dae-29884e733115" providerId="ADAL" clId="{937D3A49-D0E7-486D-BA98-5AD23D3FA812}" dt="2026-09-06T16:51:28.924" v="576" actId="164"/>
          <ac:grpSpMkLst>
            <pc:docMk/>
            <pc:sldMk cId="0" sldId="263"/>
            <ac:grpSpMk id="32" creationId="{BC7FD290-8403-7A60-B2E7-96A21C9945E8}"/>
          </ac:grpSpMkLst>
        </pc:grpChg>
        <pc:grpChg chg="add mod">
          <ac:chgData name="Adithya Sivakumar" userId="66f9b287-a2d3-4cb5-8dae-29884e733115" providerId="ADAL" clId="{937D3A49-D0E7-486D-BA98-5AD23D3FA812}" dt="2026-09-06T16:52:15.138" v="580" actId="1076"/>
          <ac:grpSpMkLst>
            <pc:docMk/>
            <pc:sldMk cId="0" sldId="263"/>
            <ac:grpSpMk id="33" creationId="{D5D5C0FF-2403-7094-83F7-E61F6DBDA3A2}"/>
          </ac:grpSpMkLst>
        </pc:grpChg>
        <pc:grpChg chg="add mod">
          <ac:chgData name="Adithya Sivakumar" userId="66f9b287-a2d3-4cb5-8dae-29884e733115" providerId="ADAL" clId="{937D3A49-D0E7-486D-BA98-5AD23D3FA812}" dt="2026-09-06T16:53:17.520" v="626" actId="1076"/>
          <ac:grpSpMkLst>
            <pc:docMk/>
            <pc:sldMk cId="0" sldId="263"/>
            <ac:grpSpMk id="34" creationId="{B63722AA-B99F-4854-BE02-8BAFF2CF1DE7}"/>
          </ac:grpSpMkLst>
        </pc:grpChg>
      </pc:sldChg>
      <pc:sldChg chg="modSp mod">
        <pc:chgData name="Adithya Sivakumar" userId="66f9b287-a2d3-4cb5-8dae-29884e733115" providerId="ADAL" clId="{937D3A49-D0E7-486D-BA98-5AD23D3FA812}" dt="2026-09-06T19:21:18.457" v="712" actId="21"/>
        <pc:sldMkLst>
          <pc:docMk/>
          <pc:sldMk cId="0" sldId="264"/>
        </pc:sldMkLst>
        <pc:spChg chg="mod">
          <ac:chgData name="Adithya Sivakumar" userId="66f9b287-a2d3-4cb5-8dae-29884e733115" providerId="ADAL" clId="{937D3A49-D0E7-486D-BA98-5AD23D3FA812}" dt="2026-09-06T19:21:16.255" v="711"/>
          <ac:spMkLst>
            <pc:docMk/>
            <pc:sldMk cId="0" sldId="264"/>
            <ac:spMk id="2" creationId="{00000000-0000-0000-0000-000000000000}"/>
          </ac:spMkLst>
        </pc:spChg>
        <pc:spChg chg="mod">
          <ac:chgData name="Adithya Sivakumar" userId="66f9b287-a2d3-4cb5-8dae-29884e733115" providerId="ADAL" clId="{937D3A49-D0E7-486D-BA98-5AD23D3FA812}" dt="2026-09-06T16:43:52.569" v="477" actId="20577"/>
          <ac:spMkLst>
            <pc:docMk/>
            <pc:sldMk cId="0" sldId="264"/>
            <ac:spMk id="10" creationId="{00000000-0000-0000-0000-000000000000}"/>
          </ac:spMkLst>
        </pc:spChg>
        <pc:spChg chg="mod">
          <ac:chgData name="Adithya Sivakumar" userId="66f9b287-a2d3-4cb5-8dae-29884e733115" providerId="ADAL" clId="{937D3A49-D0E7-486D-BA98-5AD23D3FA812}" dt="2026-09-06T19:21:18.457" v="712" actId="21"/>
          <ac:spMkLst>
            <pc:docMk/>
            <pc:sldMk cId="0" sldId="264"/>
            <ac:spMk id="35" creationId="{00000000-0000-0000-0000-000000000000}"/>
          </ac:spMkLst>
        </pc:spChg>
      </pc:sldChg>
      <pc:sldChg chg="delSp modSp mod modAnim">
        <pc:chgData name="Adithya Sivakumar" userId="66f9b287-a2d3-4cb5-8dae-29884e733115" providerId="ADAL" clId="{937D3A49-D0E7-486D-BA98-5AD23D3FA812}" dt="2026-09-07T09:11:05.201" v="1092" actId="478"/>
        <pc:sldMkLst>
          <pc:docMk/>
          <pc:sldMk cId="0" sldId="265"/>
        </pc:sldMkLst>
        <pc:spChg chg="mod">
          <ac:chgData name="Adithya Sivakumar" userId="66f9b287-a2d3-4cb5-8dae-29884e733115" providerId="ADAL" clId="{937D3A49-D0E7-486D-BA98-5AD23D3FA812}" dt="2026-09-06T16:44:52.506" v="506" actId="20577"/>
          <ac:spMkLst>
            <pc:docMk/>
            <pc:sldMk cId="0" sldId="265"/>
            <ac:spMk id="10" creationId="{00000000-0000-0000-0000-000000000000}"/>
          </ac:spMkLst>
        </pc:spChg>
        <pc:spChg chg="mod">
          <ac:chgData name="Adithya Sivakumar" userId="66f9b287-a2d3-4cb5-8dae-29884e733115" providerId="ADAL" clId="{937D3A49-D0E7-486D-BA98-5AD23D3FA812}" dt="2026-09-06T16:54:14.292" v="646" actId="14100"/>
          <ac:spMkLst>
            <pc:docMk/>
            <pc:sldMk cId="0" sldId="265"/>
            <ac:spMk id="16" creationId="{00000000-0000-0000-0000-000000000000}"/>
          </ac:spMkLst>
        </pc:spChg>
        <pc:spChg chg="mod">
          <ac:chgData name="Adithya Sivakumar" userId="66f9b287-a2d3-4cb5-8dae-29884e733115" providerId="ADAL" clId="{937D3A49-D0E7-486D-BA98-5AD23D3FA812}" dt="2026-09-06T19:22:48.643" v="721" actId="20577"/>
          <ac:spMkLst>
            <pc:docMk/>
            <pc:sldMk cId="0" sldId="265"/>
            <ac:spMk id="20" creationId="{00000000-0000-0000-0000-000000000000}"/>
          </ac:spMkLst>
        </pc:spChg>
        <pc:spChg chg="del">
          <ac:chgData name="Adithya Sivakumar" userId="66f9b287-a2d3-4cb5-8dae-29884e733115" providerId="ADAL" clId="{937D3A49-D0E7-486D-BA98-5AD23D3FA812}" dt="2026-09-07T09:11:05.201" v="1092" actId="478"/>
          <ac:spMkLst>
            <pc:docMk/>
            <pc:sldMk cId="0" sldId="265"/>
            <ac:spMk id="38" creationId="{00000000-0000-0000-0000-000000000000}"/>
          </ac:spMkLst>
        </pc:spChg>
        <pc:picChg chg="mod">
          <ac:chgData name="Adithya Sivakumar" userId="66f9b287-a2d3-4cb5-8dae-29884e733115" providerId="ADAL" clId="{937D3A49-D0E7-486D-BA98-5AD23D3FA812}" dt="2026-09-06T16:54:11.964" v="645" actId="1076"/>
          <ac:picMkLst>
            <pc:docMk/>
            <pc:sldMk cId="0" sldId="265"/>
            <ac:picMk id="17" creationId="{00000000-0000-0000-0000-000000000000}"/>
          </ac:picMkLst>
        </pc:picChg>
      </pc:sldChg>
      <pc:sldChg chg="delSp modSp mod ord">
        <pc:chgData name="Adithya Sivakumar" userId="66f9b287-a2d3-4cb5-8dae-29884e733115" providerId="ADAL" clId="{937D3A49-D0E7-486D-BA98-5AD23D3FA812}" dt="2026-09-07T11:31:26.222" v="1401" actId="20577"/>
        <pc:sldMkLst>
          <pc:docMk/>
          <pc:sldMk cId="0" sldId="266"/>
        </pc:sldMkLst>
        <pc:spChg chg="mod">
          <ac:chgData name="Adithya Sivakumar" userId="66f9b287-a2d3-4cb5-8dae-29884e733115" providerId="ADAL" clId="{937D3A49-D0E7-486D-BA98-5AD23D3FA812}" dt="2026-09-06T16:44:00.235" v="478"/>
          <ac:spMkLst>
            <pc:docMk/>
            <pc:sldMk cId="0" sldId="266"/>
            <ac:spMk id="10" creationId="{00000000-0000-0000-0000-000000000000}"/>
          </ac:spMkLst>
        </pc:spChg>
        <pc:spChg chg="mod">
          <ac:chgData name="Adithya Sivakumar" userId="66f9b287-a2d3-4cb5-8dae-29884e733115" providerId="ADAL" clId="{937D3A49-D0E7-486D-BA98-5AD23D3FA812}" dt="2026-09-07T11:31:26.222" v="1401" actId="20577"/>
          <ac:spMkLst>
            <pc:docMk/>
            <pc:sldMk cId="0" sldId="266"/>
            <ac:spMk id="20" creationId="{00000000-0000-0000-0000-000000000000}"/>
          </ac:spMkLst>
        </pc:spChg>
        <pc:spChg chg="mod">
          <ac:chgData name="Adithya Sivakumar" userId="66f9b287-a2d3-4cb5-8dae-29884e733115" providerId="ADAL" clId="{937D3A49-D0E7-486D-BA98-5AD23D3FA812}" dt="2026-09-07T09:59:35.114" v="1161" actId="20577"/>
          <ac:spMkLst>
            <pc:docMk/>
            <pc:sldMk cId="0" sldId="266"/>
            <ac:spMk id="25" creationId="{00000000-0000-0000-0000-000000000000}"/>
          </ac:spMkLst>
        </pc:spChg>
        <pc:spChg chg="mod">
          <ac:chgData name="Adithya Sivakumar" userId="66f9b287-a2d3-4cb5-8dae-29884e733115" providerId="ADAL" clId="{937D3A49-D0E7-486D-BA98-5AD23D3FA812}" dt="2026-09-07T09:59:27.400" v="1159" actId="20577"/>
          <ac:spMkLst>
            <pc:docMk/>
            <pc:sldMk cId="0" sldId="266"/>
            <ac:spMk id="30" creationId="{00000000-0000-0000-0000-000000000000}"/>
          </ac:spMkLst>
        </pc:spChg>
        <pc:spChg chg="del">
          <ac:chgData name="Adithya Sivakumar" userId="66f9b287-a2d3-4cb5-8dae-29884e733115" providerId="ADAL" clId="{937D3A49-D0E7-486D-BA98-5AD23D3FA812}" dt="2026-09-07T09:16:46.398" v="1099" actId="478"/>
          <ac:spMkLst>
            <pc:docMk/>
            <pc:sldMk cId="0" sldId="266"/>
            <ac:spMk id="32" creationId="{00000000-0000-0000-0000-000000000000}"/>
          </ac:spMkLst>
        </pc:spChg>
      </pc:sldChg>
      <pc:sldChg chg="modSp mod">
        <pc:chgData name="Adithya Sivakumar" userId="66f9b287-a2d3-4cb5-8dae-29884e733115" providerId="ADAL" clId="{937D3A49-D0E7-486D-BA98-5AD23D3FA812}" dt="2026-09-07T09:57:38.969" v="1150" actId="20577"/>
        <pc:sldMkLst>
          <pc:docMk/>
          <pc:sldMk cId="0" sldId="267"/>
        </pc:sldMkLst>
        <pc:spChg chg="mod">
          <ac:chgData name="Adithya Sivakumar" userId="66f9b287-a2d3-4cb5-8dae-29884e733115" providerId="ADAL" clId="{937D3A49-D0E7-486D-BA98-5AD23D3FA812}" dt="2026-09-07T09:57:38.969" v="1150" actId="20577"/>
          <ac:spMkLst>
            <pc:docMk/>
            <pc:sldMk cId="0" sldId="267"/>
            <ac:spMk id="10" creationId="{00000000-0000-0000-0000-000000000000}"/>
          </ac:spMkLst>
        </pc:spChg>
        <pc:spChg chg="mod">
          <ac:chgData name="Adithya Sivakumar" userId="66f9b287-a2d3-4cb5-8dae-29884e733115" providerId="ADAL" clId="{937D3A49-D0E7-486D-BA98-5AD23D3FA812}" dt="2026-09-06T16:58:42.430" v="648" actId="108"/>
          <ac:spMkLst>
            <pc:docMk/>
            <pc:sldMk cId="0" sldId="267"/>
            <ac:spMk id="37" creationId="{00000000-0000-0000-0000-000000000000}"/>
          </ac:spMkLst>
        </pc:spChg>
        <pc:spChg chg="mod">
          <ac:chgData name="Adithya Sivakumar" userId="66f9b287-a2d3-4cb5-8dae-29884e733115" providerId="ADAL" clId="{937D3A49-D0E7-486D-BA98-5AD23D3FA812}" dt="2026-09-07T09:03:21.196" v="1089" actId="1076"/>
          <ac:spMkLst>
            <pc:docMk/>
            <pc:sldMk cId="0" sldId="267"/>
            <ac:spMk id="42" creationId="{00000000-0000-0000-0000-000000000000}"/>
          </ac:spMkLst>
        </pc:spChg>
        <pc:spChg chg="mod">
          <ac:chgData name="Adithya Sivakumar" userId="66f9b287-a2d3-4cb5-8dae-29884e733115" providerId="ADAL" clId="{937D3A49-D0E7-486D-BA98-5AD23D3FA812}" dt="2026-09-07T09:57:16.834" v="1148" actId="1076"/>
          <ac:spMkLst>
            <pc:docMk/>
            <pc:sldMk cId="0" sldId="267"/>
            <ac:spMk id="43" creationId="{00000000-0000-0000-0000-000000000000}"/>
          </ac:spMkLst>
        </pc:spChg>
        <pc:spChg chg="mod">
          <ac:chgData name="Adithya Sivakumar" userId="66f9b287-a2d3-4cb5-8dae-29884e733115" providerId="ADAL" clId="{937D3A49-D0E7-486D-BA98-5AD23D3FA812}" dt="2026-09-07T09:02:41.661" v="1085" actId="1076"/>
          <ac:spMkLst>
            <pc:docMk/>
            <pc:sldMk cId="0" sldId="267"/>
            <ac:spMk id="45" creationId="{00000000-0000-0000-0000-000000000000}"/>
          </ac:spMkLst>
        </pc:spChg>
        <pc:spChg chg="mod">
          <ac:chgData name="Adithya Sivakumar" userId="66f9b287-a2d3-4cb5-8dae-29884e733115" providerId="ADAL" clId="{937D3A49-D0E7-486D-BA98-5AD23D3FA812}" dt="2026-09-07T09:07:22.860" v="1091" actId="20577"/>
          <ac:spMkLst>
            <pc:docMk/>
            <pc:sldMk cId="0" sldId="267"/>
            <ac:spMk id="50" creationId="{00000000-0000-0000-0000-000000000000}"/>
          </ac:spMkLst>
        </pc:spChg>
        <pc:grpChg chg="mod">
          <ac:chgData name="Adithya Sivakumar" userId="66f9b287-a2d3-4cb5-8dae-29884e733115" providerId="ADAL" clId="{937D3A49-D0E7-486D-BA98-5AD23D3FA812}" dt="2026-09-07T09:02:18.594" v="1083" actId="1076"/>
          <ac:grpSpMkLst>
            <pc:docMk/>
            <pc:sldMk cId="0" sldId="267"/>
            <ac:grpSpMk id="57" creationId="{D28B9E38-A3A0-A307-F7DC-6D9B336257F6}"/>
          </ac:grpSpMkLst>
        </pc:grpChg>
      </pc:sldChg>
      <pc:sldChg chg="modSp mod">
        <pc:chgData name="Adithya Sivakumar" userId="66f9b287-a2d3-4cb5-8dae-29884e733115" providerId="ADAL" clId="{937D3A49-D0E7-486D-BA98-5AD23D3FA812}" dt="2026-09-07T09:00:54.662" v="1080" actId="20577"/>
        <pc:sldMkLst>
          <pc:docMk/>
          <pc:sldMk cId="0" sldId="268"/>
        </pc:sldMkLst>
        <pc:spChg chg="mod">
          <ac:chgData name="Adithya Sivakumar" userId="66f9b287-a2d3-4cb5-8dae-29884e733115" providerId="ADAL" clId="{937D3A49-D0E7-486D-BA98-5AD23D3FA812}" dt="2026-09-06T16:59:35.333" v="649" actId="20577"/>
          <ac:spMkLst>
            <pc:docMk/>
            <pc:sldMk cId="0" sldId="268"/>
            <ac:spMk id="10" creationId="{00000000-0000-0000-0000-000000000000}"/>
          </ac:spMkLst>
        </pc:spChg>
        <pc:spChg chg="mod">
          <ac:chgData name="Adithya Sivakumar" userId="66f9b287-a2d3-4cb5-8dae-29884e733115" providerId="ADAL" clId="{937D3A49-D0E7-486D-BA98-5AD23D3FA812}" dt="2026-09-06T19:32:44.955" v="726" actId="20577"/>
          <ac:spMkLst>
            <pc:docMk/>
            <pc:sldMk cId="0" sldId="268"/>
            <ac:spMk id="18" creationId="{00000000-0000-0000-0000-000000000000}"/>
          </ac:spMkLst>
        </pc:spChg>
        <pc:spChg chg="mod">
          <ac:chgData name="Adithya Sivakumar" userId="66f9b287-a2d3-4cb5-8dae-29884e733115" providerId="ADAL" clId="{937D3A49-D0E7-486D-BA98-5AD23D3FA812}" dt="2026-09-06T16:59:48.128" v="650" actId="14100"/>
          <ac:spMkLst>
            <pc:docMk/>
            <pc:sldMk cId="0" sldId="268"/>
            <ac:spMk id="19" creationId="{00000000-0000-0000-0000-000000000000}"/>
          </ac:spMkLst>
        </pc:spChg>
        <pc:spChg chg="mod">
          <ac:chgData name="Adithya Sivakumar" userId="66f9b287-a2d3-4cb5-8dae-29884e733115" providerId="ADAL" clId="{937D3A49-D0E7-486D-BA98-5AD23D3FA812}" dt="2026-09-06T19:32:48.323" v="731" actId="20577"/>
          <ac:spMkLst>
            <pc:docMk/>
            <pc:sldMk cId="0" sldId="268"/>
            <ac:spMk id="48" creationId="{00000000-0000-0000-0000-000000000000}"/>
          </ac:spMkLst>
        </pc:spChg>
        <pc:spChg chg="mod">
          <ac:chgData name="Adithya Sivakumar" userId="66f9b287-a2d3-4cb5-8dae-29884e733115" providerId="ADAL" clId="{937D3A49-D0E7-486D-BA98-5AD23D3FA812}" dt="2026-09-07T09:00:54.662" v="1080" actId="20577"/>
          <ac:spMkLst>
            <pc:docMk/>
            <pc:sldMk cId="0" sldId="268"/>
            <ac:spMk id="52" creationId="{00000000-0000-0000-0000-000000000000}"/>
          </ac:spMkLst>
        </pc:spChg>
      </pc:sldChg>
      <pc:sldChg chg="delSp modSp mod">
        <pc:chgData name="Adithya Sivakumar" userId="66f9b287-a2d3-4cb5-8dae-29884e733115" providerId="ADAL" clId="{937D3A49-D0E7-486D-BA98-5AD23D3FA812}" dt="2026-09-07T11:13:06.545" v="1372" actId="1076"/>
        <pc:sldMkLst>
          <pc:docMk/>
          <pc:sldMk cId="0" sldId="269"/>
        </pc:sldMkLst>
        <pc:spChg chg="mod">
          <ac:chgData name="Adithya Sivakumar" userId="66f9b287-a2d3-4cb5-8dae-29884e733115" providerId="ADAL" clId="{937D3A49-D0E7-486D-BA98-5AD23D3FA812}" dt="2026-09-07T08:39:56.050" v="972" actId="1076"/>
          <ac:spMkLst>
            <pc:docMk/>
            <pc:sldMk cId="0" sldId="269"/>
            <ac:spMk id="2" creationId="{00000000-0000-0000-0000-000000000000}"/>
          </ac:spMkLst>
        </pc:spChg>
        <pc:spChg chg="mod">
          <ac:chgData name="Adithya Sivakumar" userId="66f9b287-a2d3-4cb5-8dae-29884e733115" providerId="ADAL" clId="{937D3A49-D0E7-486D-BA98-5AD23D3FA812}" dt="2026-09-07T08:17:33.398" v="899" actId="115"/>
          <ac:spMkLst>
            <pc:docMk/>
            <pc:sldMk cId="0" sldId="269"/>
            <ac:spMk id="16" creationId="{00000000-0000-0000-0000-000000000000}"/>
          </ac:spMkLst>
        </pc:spChg>
        <pc:spChg chg="mod">
          <ac:chgData name="Adithya Sivakumar" userId="66f9b287-a2d3-4cb5-8dae-29884e733115" providerId="ADAL" clId="{937D3A49-D0E7-486D-BA98-5AD23D3FA812}" dt="2026-09-07T10:03:04.370" v="1185" actId="20577"/>
          <ac:spMkLst>
            <pc:docMk/>
            <pc:sldMk cId="0" sldId="269"/>
            <ac:spMk id="20" creationId="{00000000-0000-0000-0000-000000000000}"/>
          </ac:spMkLst>
        </pc:spChg>
        <pc:spChg chg="mod">
          <ac:chgData name="Adithya Sivakumar" userId="66f9b287-a2d3-4cb5-8dae-29884e733115" providerId="ADAL" clId="{937D3A49-D0E7-486D-BA98-5AD23D3FA812}" dt="2026-09-07T09:01:43.346" v="1081" actId="313"/>
          <ac:spMkLst>
            <pc:docMk/>
            <pc:sldMk cId="0" sldId="269"/>
            <ac:spMk id="21" creationId="{00000000-0000-0000-0000-000000000000}"/>
          </ac:spMkLst>
        </pc:spChg>
        <pc:spChg chg="mod">
          <ac:chgData name="Adithya Sivakumar" userId="66f9b287-a2d3-4cb5-8dae-29884e733115" providerId="ADAL" clId="{937D3A49-D0E7-486D-BA98-5AD23D3FA812}" dt="2026-09-07T08:41:58.905" v="1002" actId="20577"/>
          <ac:spMkLst>
            <pc:docMk/>
            <pc:sldMk cId="0" sldId="269"/>
            <ac:spMk id="24" creationId="{00000000-0000-0000-0000-000000000000}"/>
          </ac:spMkLst>
        </pc:spChg>
        <pc:spChg chg="mod">
          <ac:chgData name="Adithya Sivakumar" userId="66f9b287-a2d3-4cb5-8dae-29884e733115" providerId="ADAL" clId="{937D3A49-D0E7-486D-BA98-5AD23D3FA812}" dt="2026-09-07T08:46:56.046" v="1011" actId="20577"/>
          <ac:spMkLst>
            <pc:docMk/>
            <pc:sldMk cId="0" sldId="269"/>
            <ac:spMk id="37" creationId="{00000000-0000-0000-0000-000000000000}"/>
          </ac:spMkLst>
        </pc:spChg>
        <pc:spChg chg="del mod">
          <ac:chgData name="Adithya Sivakumar" userId="66f9b287-a2d3-4cb5-8dae-29884e733115" providerId="ADAL" clId="{937D3A49-D0E7-486D-BA98-5AD23D3FA812}" dt="2026-09-07T08:43:05.953" v="1004" actId="14100"/>
          <ac:spMkLst>
            <pc:docMk/>
            <pc:sldMk cId="0" sldId="269"/>
            <ac:spMk id="38" creationId="{00000000-0000-0000-0000-000000000000}"/>
          </ac:spMkLst>
        </pc:spChg>
        <pc:spChg chg="mod">
          <ac:chgData name="Adithya Sivakumar" userId="66f9b287-a2d3-4cb5-8dae-29884e733115" providerId="ADAL" clId="{937D3A49-D0E7-486D-BA98-5AD23D3FA812}" dt="2026-09-07T08:41:33.424" v="997" actId="14100"/>
          <ac:spMkLst>
            <pc:docMk/>
            <pc:sldMk cId="0" sldId="269"/>
            <ac:spMk id="43" creationId="{00000000-0000-0000-0000-000000000000}"/>
          </ac:spMkLst>
        </pc:spChg>
        <pc:spChg chg="mod">
          <ac:chgData name="Adithya Sivakumar" userId="66f9b287-a2d3-4cb5-8dae-29884e733115" providerId="ADAL" clId="{937D3A49-D0E7-486D-BA98-5AD23D3FA812}" dt="2026-09-07T08:41:33.424" v="997" actId="14100"/>
          <ac:spMkLst>
            <pc:docMk/>
            <pc:sldMk cId="0" sldId="269"/>
            <ac:spMk id="44" creationId="{00000000-0000-0000-0000-000000000000}"/>
          </ac:spMkLst>
        </pc:spChg>
        <pc:spChg chg="mod">
          <ac:chgData name="Adithya Sivakumar" userId="66f9b287-a2d3-4cb5-8dae-29884e733115" providerId="ADAL" clId="{937D3A49-D0E7-486D-BA98-5AD23D3FA812}" dt="2026-09-07T11:12:47.708" v="1371" actId="404"/>
          <ac:spMkLst>
            <pc:docMk/>
            <pc:sldMk cId="0" sldId="269"/>
            <ac:spMk id="45" creationId="{00000000-0000-0000-0000-000000000000}"/>
          </ac:spMkLst>
        </pc:spChg>
        <pc:spChg chg="mod">
          <ac:chgData name="Adithya Sivakumar" userId="66f9b287-a2d3-4cb5-8dae-29884e733115" providerId="ADAL" clId="{937D3A49-D0E7-486D-BA98-5AD23D3FA812}" dt="2026-09-07T09:12:32.085" v="1098" actId="20577"/>
          <ac:spMkLst>
            <pc:docMk/>
            <pc:sldMk cId="0" sldId="269"/>
            <ac:spMk id="46" creationId="{00000000-0000-0000-0000-000000000000}"/>
          </ac:spMkLst>
        </pc:spChg>
        <pc:spChg chg="mod">
          <ac:chgData name="Adithya Sivakumar" userId="66f9b287-a2d3-4cb5-8dae-29884e733115" providerId="ADAL" clId="{937D3A49-D0E7-486D-BA98-5AD23D3FA812}" dt="2026-09-07T09:55:18.263" v="1147"/>
          <ac:spMkLst>
            <pc:docMk/>
            <pc:sldMk cId="0" sldId="269"/>
            <ac:spMk id="47" creationId="{00000000-0000-0000-0000-000000000000}"/>
          </ac:spMkLst>
        </pc:spChg>
        <pc:spChg chg="mod">
          <ac:chgData name="Adithya Sivakumar" userId="66f9b287-a2d3-4cb5-8dae-29884e733115" providerId="ADAL" clId="{937D3A49-D0E7-486D-BA98-5AD23D3FA812}" dt="2026-09-07T08:41:11.932" v="994" actId="14100"/>
          <ac:spMkLst>
            <pc:docMk/>
            <pc:sldMk cId="0" sldId="269"/>
            <ac:spMk id="48" creationId="{00000000-0000-0000-0000-000000000000}"/>
          </ac:spMkLst>
        </pc:spChg>
        <pc:spChg chg="mod">
          <ac:chgData name="Adithya Sivakumar" userId="66f9b287-a2d3-4cb5-8dae-29884e733115" providerId="ADAL" clId="{937D3A49-D0E7-486D-BA98-5AD23D3FA812}" dt="2026-09-07T08:59:45.262" v="1063" actId="404"/>
          <ac:spMkLst>
            <pc:docMk/>
            <pc:sldMk cId="0" sldId="269"/>
            <ac:spMk id="49" creationId="{00000000-0000-0000-0000-000000000000}"/>
          </ac:spMkLst>
        </pc:spChg>
        <pc:spChg chg="mod">
          <ac:chgData name="Adithya Sivakumar" userId="66f9b287-a2d3-4cb5-8dae-29884e733115" providerId="ADAL" clId="{937D3A49-D0E7-486D-BA98-5AD23D3FA812}" dt="2026-09-07T08:41:20.886" v="995" actId="1076"/>
          <ac:spMkLst>
            <pc:docMk/>
            <pc:sldMk cId="0" sldId="269"/>
            <ac:spMk id="50" creationId="{00000000-0000-0000-0000-000000000000}"/>
          </ac:spMkLst>
        </pc:spChg>
        <pc:spChg chg="mod">
          <ac:chgData name="Adithya Sivakumar" userId="66f9b287-a2d3-4cb5-8dae-29884e733115" providerId="ADAL" clId="{937D3A49-D0E7-486D-BA98-5AD23D3FA812}" dt="2026-09-07T11:13:06.545" v="1372" actId="1076"/>
          <ac:spMkLst>
            <pc:docMk/>
            <pc:sldMk cId="0" sldId="269"/>
            <ac:spMk id="52" creationId="{00000000-0000-0000-0000-000000000000}"/>
          </ac:spMkLst>
        </pc:spChg>
        <pc:spChg chg="mod">
          <ac:chgData name="Adithya Sivakumar" userId="66f9b287-a2d3-4cb5-8dae-29884e733115" providerId="ADAL" clId="{937D3A49-D0E7-486D-BA98-5AD23D3FA812}" dt="2026-09-07T11:13:06.545" v="1372" actId="1076"/>
          <ac:spMkLst>
            <pc:docMk/>
            <pc:sldMk cId="0" sldId="269"/>
            <ac:spMk id="53" creationId="{00000000-0000-0000-0000-000000000000}"/>
          </ac:spMkLst>
        </pc:spChg>
        <pc:spChg chg="mod">
          <ac:chgData name="Adithya Sivakumar" userId="66f9b287-a2d3-4cb5-8dae-29884e733115" providerId="ADAL" clId="{937D3A49-D0E7-486D-BA98-5AD23D3FA812}" dt="2026-09-07T11:13:06.545" v="1372" actId="1076"/>
          <ac:spMkLst>
            <pc:docMk/>
            <pc:sldMk cId="0" sldId="269"/>
            <ac:spMk id="54" creationId="{00000000-0000-0000-0000-000000000000}"/>
          </ac:spMkLst>
        </pc:spChg>
        <pc:spChg chg="mod">
          <ac:chgData name="Adithya Sivakumar" userId="66f9b287-a2d3-4cb5-8dae-29884e733115" providerId="ADAL" clId="{937D3A49-D0E7-486D-BA98-5AD23D3FA812}" dt="2026-09-07T11:13:06.545" v="1372" actId="1076"/>
          <ac:spMkLst>
            <pc:docMk/>
            <pc:sldMk cId="0" sldId="269"/>
            <ac:spMk id="55" creationId="{00000000-0000-0000-0000-000000000000}"/>
          </ac:spMkLst>
        </pc:spChg>
        <pc:grpChg chg="mod">
          <ac:chgData name="Adithya Sivakumar" userId="66f9b287-a2d3-4cb5-8dae-29884e733115" providerId="ADAL" clId="{937D3A49-D0E7-486D-BA98-5AD23D3FA812}" dt="2026-09-07T08:39:56.050" v="972" actId="1076"/>
          <ac:grpSpMkLst>
            <pc:docMk/>
            <pc:sldMk cId="0" sldId="269"/>
            <ac:grpSpMk id="51" creationId="{732EF5FA-0656-CE86-1488-58DD7975FF9B}"/>
          </ac:grpSpMkLst>
        </pc:grpChg>
      </pc:sldChg>
      <pc:sldChg chg="addSp delSp modSp mod">
        <pc:chgData name="Adithya Sivakumar" userId="66f9b287-a2d3-4cb5-8dae-29884e733115" providerId="ADAL" clId="{937D3A49-D0E7-486D-BA98-5AD23D3FA812}" dt="2026-09-07T11:03:39.341" v="1368" actId="1076"/>
        <pc:sldMkLst>
          <pc:docMk/>
          <pc:sldMk cId="0" sldId="270"/>
        </pc:sldMkLst>
        <pc:spChg chg="mod">
          <ac:chgData name="Adithya Sivakumar" userId="66f9b287-a2d3-4cb5-8dae-29884e733115" providerId="ADAL" clId="{937D3A49-D0E7-486D-BA98-5AD23D3FA812}" dt="2026-09-07T10:54:59.982" v="1213" actId="1076"/>
          <ac:spMkLst>
            <pc:docMk/>
            <pc:sldMk cId="0" sldId="270"/>
            <ac:spMk id="2" creationId="{00000000-0000-0000-0000-000000000000}"/>
          </ac:spMkLst>
        </pc:spChg>
        <pc:spChg chg="mod">
          <ac:chgData name="Adithya Sivakumar" userId="66f9b287-a2d3-4cb5-8dae-29884e733115" providerId="ADAL" clId="{937D3A49-D0E7-486D-BA98-5AD23D3FA812}" dt="2026-09-07T10:55:55.112" v="1251" actId="1076"/>
          <ac:spMkLst>
            <pc:docMk/>
            <pc:sldMk cId="0" sldId="270"/>
            <ac:spMk id="3" creationId="{00000000-0000-0000-0000-000000000000}"/>
          </ac:spMkLst>
        </pc:spChg>
        <pc:spChg chg="mod">
          <ac:chgData name="Adithya Sivakumar" userId="66f9b287-a2d3-4cb5-8dae-29884e733115" providerId="ADAL" clId="{937D3A49-D0E7-486D-BA98-5AD23D3FA812}" dt="2026-09-07T10:55:55.112" v="1251" actId="1076"/>
          <ac:spMkLst>
            <pc:docMk/>
            <pc:sldMk cId="0" sldId="270"/>
            <ac:spMk id="4" creationId="{00000000-0000-0000-0000-000000000000}"/>
          </ac:spMkLst>
        </pc:spChg>
        <pc:spChg chg="mod">
          <ac:chgData name="Adithya Sivakumar" userId="66f9b287-a2d3-4cb5-8dae-29884e733115" providerId="ADAL" clId="{937D3A49-D0E7-486D-BA98-5AD23D3FA812}" dt="2026-09-07T10:55:13.222" v="1216" actId="1076"/>
          <ac:spMkLst>
            <pc:docMk/>
            <pc:sldMk cId="0" sldId="270"/>
            <ac:spMk id="9" creationId="{00000000-0000-0000-0000-000000000000}"/>
          </ac:spMkLst>
        </pc:spChg>
        <pc:spChg chg="del">
          <ac:chgData name="Adithya Sivakumar" userId="66f9b287-a2d3-4cb5-8dae-29884e733115" providerId="ADAL" clId="{937D3A49-D0E7-486D-BA98-5AD23D3FA812}" dt="2026-09-07T10:54:37.477" v="1206" actId="478"/>
          <ac:spMkLst>
            <pc:docMk/>
            <pc:sldMk cId="0" sldId="270"/>
            <ac:spMk id="10" creationId="{00000000-0000-0000-0000-000000000000}"/>
          </ac:spMkLst>
        </pc:spChg>
        <pc:spChg chg="del">
          <ac:chgData name="Adithya Sivakumar" userId="66f9b287-a2d3-4cb5-8dae-29884e733115" providerId="ADAL" clId="{937D3A49-D0E7-486D-BA98-5AD23D3FA812}" dt="2026-09-07T10:54:36.153" v="1205" actId="478"/>
          <ac:spMkLst>
            <pc:docMk/>
            <pc:sldMk cId="0" sldId="270"/>
            <ac:spMk id="12" creationId="{00000000-0000-0000-0000-000000000000}"/>
          </ac:spMkLst>
        </pc:spChg>
        <pc:spChg chg="mod">
          <ac:chgData name="Adithya Sivakumar" userId="66f9b287-a2d3-4cb5-8dae-29884e733115" providerId="ADAL" clId="{937D3A49-D0E7-486D-BA98-5AD23D3FA812}" dt="2026-09-07T10:57:34.695" v="1342" actId="1076"/>
          <ac:spMkLst>
            <pc:docMk/>
            <pc:sldMk cId="0" sldId="270"/>
            <ac:spMk id="13" creationId="{00000000-0000-0000-0000-000000000000}"/>
          </ac:spMkLst>
        </pc:spChg>
        <pc:spChg chg="del mod">
          <ac:chgData name="Adithya Sivakumar" userId="66f9b287-a2d3-4cb5-8dae-29884e733115" providerId="ADAL" clId="{937D3A49-D0E7-486D-BA98-5AD23D3FA812}" dt="2026-09-07T10:54:33.894" v="1204" actId="478"/>
          <ac:spMkLst>
            <pc:docMk/>
            <pc:sldMk cId="0" sldId="270"/>
            <ac:spMk id="14" creationId="{00000000-0000-0000-0000-000000000000}"/>
          </ac:spMkLst>
        </pc:spChg>
        <pc:spChg chg="mod">
          <ac:chgData name="Adithya Sivakumar" userId="66f9b287-a2d3-4cb5-8dae-29884e733115" providerId="ADAL" clId="{937D3A49-D0E7-486D-BA98-5AD23D3FA812}" dt="2026-09-07T10:55:47.241" v="1250" actId="20577"/>
          <ac:spMkLst>
            <pc:docMk/>
            <pc:sldMk cId="0" sldId="270"/>
            <ac:spMk id="21" creationId="{00000000-0000-0000-0000-000000000000}"/>
          </ac:spMkLst>
        </pc:spChg>
        <pc:spChg chg="mod">
          <ac:chgData name="Adithya Sivakumar" userId="66f9b287-a2d3-4cb5-8dae-29884e733115" providerId="ADAL" clId="{937D3A49-D0E7-486D-BA98-5AD23D3FA812}" dt="2026-09-07T10:57:04.391" v="1340" actId="20577"/>
          <ac:spMkLst>
            <pc:docMk/>
            <pc:sldMk cId="0" sldId="270"/>
            <ac:spMk id="22" creationId="{00000000-0000-0000-0000-000000000000}"/>
          </ac:spMkLst>
        </pc:spChg>
        <pc:grpChg chg="mod">
          <ac:chgData name="Adithya Sivakumar" userId="66f9b287-a2d3-4cb5-8dae-29884e733115" providerId="ADAL" clId="{937D3A49-D0E7-486D-BA98-5AD23D3FA812}" dt="2026-09-07T10:55:23.857" v="1218" actId="1076"/>
          <ac:grpSpMkLst>
            <pc:docMk/>
            <pc:sldMk cId="0" sldId="270"/>
            <ac:grpSpMk id="24" creationId="{ED90829A-EEA6-F9EF-47C2-09AEED8DAC99}"/>
          </ac:grpSpMkLst>
        </pc:grpChg>
        <pc:picChg chg="mod">
          <ac:chgData name="Adithya Sivakumar" userId="66f9b287-a2d3-4cb5-8dae-29884e733115" providerId="ADAL" clId="{937D3A49-D0E7-486D-BA98-5AD23D3FA812}" dt="2026-09-07T10:55:05.335" v="1215" actId="1076"/>
          <ac:picMkLst>
            <pc:docMk/>
            <pc:sldMk cId="0" sldId="270"/>
            <ac:picMk id="11" creationId="{00000000-0000-0000-0000-000000000000}"/>
          </ac:picMkLst>
        </pc:picChg>
        <pc:picChg chg="add mod modCrop">
          <ac:chgData name="Adithya Sivakumar" userId="66f9b287-a2d3-4cb5-8dae-29884e733115" providerId="ADAL" clId="{937D3A49-D0E7-486D-BA98-5AD23D3FA812}" dt="2026-09-07T11:03:39.341" v="1368" actId="1076"/>
          <ac:picMkLst>
            <pc:docMk/>
            <pc:sldMk cId="0" sldId="270"/>
            <ac:picMk id="12" creationId="{A179CFC0-DA91-FC10-3011-08EB45B5DFB4}"/>
          </ac:picMkLst>
        </pc:picChg>
        <pc:picChg chg="mod">
          <ac:chgData name="Adithya Sivakumar" userId="66f9b287-a2d3-4cb5-8dae-29884e733115" providerId="ADAL" clId="{937D3A49-D0E7-486D-BA98-5AD23D3FA812}" dt="2026-09-07T10:57:32.512" v="1341" actId="14100"/>
          <ac:picMkLst>
            <pc:docMk/>
            <pc:sldMk cId="0" sldId="270"/>
            <ac:picMk id="15" creationId="{00000000-0000-0000-0000-000000000000}"/>
          </ac:picMkLst>
        </pc:picChg>
        <pc:picChg chg="add del mod">
          <ac:chgData name="Adithya Sivakumar" userId="66f9b287-a2d3-4cb5-8dae-29884e733115" providerId="ADAL" clId="{937D3A49-D0E7-486D-BA98-5AD23D3FA812}" dt="2026-09-07T10:58:40.242" v="1345" actId="478"/>
          <ac:picMkLst>
            <pc:docMk/>
            <pc:sldMk cId="0" sldId="270"/>
            <ac:picMk id="25" creationId="{20487226-5244-8362-A4E9-B92500D388BB}"/>
          </ac:picMkLst>
        </pc:picChg>
        <pc:picChg chg="add del mod modCrop">
          <ac:chgData name="Adithya Sivakumar" userId="66f9b287-a2d3-4cb5-8dae-29884e733115" providerId="ADAL" clId="{937D3A49-D0E7-486D-BA98-5AD23D3FA812}" dt="2026-09-07T11:03:10.332" v="1353" actId="478"/>
          <ac:picMkLst>
            <pc:docMk/>
            <pc:sldMk cId="0" sldId="270"/>
            <ac:picMk id="26" creationId="{41681EEB-AE72-CCBD-FAA6-2F6E40CC911B}"/>
          </ac:picMkLst>
        </pc:picChg>
      </pc:sldChg>
      <pc:sldChg chg="mod modShow">
        <pc:chgData name="Adithya Sivakumar" userId="66f9b287-a2d3-4cb5-8dae-29884e733115" providerId="ADAL" clId="{937D3A49-D0E7-486D-BA98-5AD23D3FA812}" dt="2026-09-06T17:06:53.508" v="651" actId="729"/>
        <pc:sldMkLst>
          <pc:docMk/>
          <pc:sldMk cId="0" sldId="271"/>
        </pc:sldMkLst>
      </pc:sldChg>
      <pc:sldChg chg="mod modShow">
        <pc:chgData name="Adithya Sivakumar" userId="66f9b287-a2d3-4cb5-8dae-29884e733115" providerId="ADAL" clId="{937D3A49-D0E7-486D-BA98-5AD23D3FA812}" dt="2026-09-06T17:06:53.508" v="651" actId="729"/>
        <pc:sldMkLst>
          <pc:docMk/>
          <pc:sldMk cId="0" sldId="272"/>
        </pc:sldMkLst>
      </pc:sldChg>
      <pc:sldChg chg="mod modShow">
        <pc:chgData name="Adithya Sivakumar" userId="66f9b287-a2d3-4cb5-8dae-29884e733115" providerId="ADAL" clId="{937D3A49-D0E7-486D-BA98-5AD23D3FA812}" dt="2026-09-06T17:06:53.508" v="651" actId="729"/>
        <pc:sldMkLst>
          <pc:docMk/>
          <pc:sldMk cId="0" sldId="273"/>
        </pc:sldMkLst>
      </pc:sldChg>
      <pc:sldChg chg="mod modShow">
        <pc:chgData name="Adithya Sivakumar" userId="66f9b287-a2d3-4cb5-8dae-29884e733115" providerId="ADAL" clId="{937D3A49-D0E7-486D-BA98-5AD23D3FA812}" dt="2026-09-06T17:06:53.508" v="651" actId="729"/>
        <pc:sldMkLst>
          <pc:docMk/>
          <pc:sldMk cId="0" sldId="274"/>
        </pc:sldMkLst>
      </pc:sldChg>
      <pc:sldChg chg="modSp mod">
        <pc:chgData name="Adithya Sivakumar" userId="66f9b287-a2d3-4cb5-8dae-29884e733115" providerId="ADAL" clId="{937D3A49-D0E7-486D-BA98-5AD23D3FA812}" dt="2026-09-05T18:02:22.643" v="244" actId="1076"/>
        <pc:sldMkLst>
          <pc:docMk/>
          <pc:sldMk cId="0" sldId="275"/>
        </pc:sldMkLst>
        <pc:spChg chg="mod">
          <ac:chgData name="Adithya Sivakumar" userId="66f9b287-a2d3-4cb5-8dae-29884e733115" providerId="ADAL" clId="{937D3A49-D0E7-486D-BA98-5AD23D3FA812}" dt="2026-09-05T18:01:48.948" v="232" actId="1076"/>
          <ac:spMkLst>
            <pc:docMk/>
            <pc:sldMk cId="0" sldId="275"/>
            <ac:spMk id="2" creationId="{00000000-0000-0000-0000-000000000000}"/>
          </ac:spMkLst>
        </pc:spChg>
        <pc:spChg chg="mod">
          <ac:chgData name="Adithya Sivakumar" userId="66f9b287-a2d3-4cb5-8dae-29884e733115" providerId="ADAL" clId="{937D3A49-D0E7-486D-BA98-5AD23D3FA812}" dt="2026-09-05T18:02:14.610" v="242" actId="14100"/>
          <ac:spMkLst>
            <pc:docMk/>
            <pc:sldMk cId="0" sldId="275"/>
            <ac:spMk id="17" creationId="{00000000-0000-0000-0000-000000000000}"/>
          </ac:spMkLst>
        </pc:spChg>
        <pc:picChg chg="mod">
          <ac:chgData name="Adithya Sivakumar" userId="66f9b287-a2d3-4cb5-8dae-29884e733115" providerId="ADAL" clId="{937D3A49-D0E7-486D-BA98-5AD23D3FA812}" dt="2026-09-05T18:02:22.643" v="244" actId="1076"/>
          <ac:picMkLst>
            <pc:docMk/>
            <pc:sldMk cId="0" sldId="275"/>
            <ac:picMk id="18" creationId="{00000000-0000-0000-0000-000000000000}"/>
          </ac:picMkLst>
        </pc:picChg>
      </pc:sldChg>
      <pc:sldChg chg="modSp mod">
        <pc:chgData name="Adithya Sivakumar" userId="66f9b287-a2d3-4cb5-8dae-29884e733115" providerId="ADAL" clId="{937D3A49-D0E7-486D-BA98-5AD23D3FA812}" dt="2026-09-06T15:14:59.541" v="259" actId="14100"/>
        <pc:sldMkLst>
          <pc:docMk/>
          <pc:sldMk cId="0" sldId="277"/>
        </pc:sldMkLst>
        <pc:picChg chg="mod modCrop">
          <ac:chgData name="Adithya Sivakumar" userId="66f9b287-a2d3-4cb5-8dae-29884e733115" providerId="ADAL" clId="{937D3A49-D0E7-486D-BA98-5AD23D3FA812}" dt="2026-09-06T15:14:59.541" v="259" actId="14100"/>
          <ac:picMkLst>
            <pc:docMk/>
            <pc:sldMk cId="0" sldId="277"/>
            <ac:picMk id="18" creationId="{00000000-0000-0000-0000-000000000000}"/>
          </ac:picMkLst>
        </pc:picChg>
      </pc:sldChg>
      <pc:sldChg chg="modSp mod modShow">
        <pc:chgData name="Adithya Sivakumar" userId="66f9b287-a2d3-4cb5-8dae-29884e733115" providerId="ADAL" clId="{937D3A49-D0E7-486D-BA98-5AD23D3FA812}" dt="2026-09-07T09:19:28.436" v="1110" actId="20577"/>
        <pc:sldMkLst>
          <pc:docMk/>
          <pc:sldMk cId="0" sldId="278"/>
        </pc:sldMkLst>
        <pc:spChg chg="mod">
          <ac:chgData name="Adithya Sivakumar" userId="66f9b287-a2d3-4cb5-8dae-29884e733115" providerId="ADAL" clId="{937D3A49-D0E7-486D-BA98-5AD23D3FA812}" dt="2026-09-07T08:53:25.086" v="1040" actId="113"/>
          <ac:spMkLst>
            <pc:docMk/>
            <pc:sldMk cId="0" sldId="278"/>
            <ac:spMk id="19" creationId="{00000000-0000-0000-0000-000000000000}"/>
          </ac:spMkLst>
        </pc:spChg>
        <pc:spChg chg="mod">
          <ac:chgData name="Adithya Sivakumar" userId="66f9b287-a2d3-4cb5-8dae-29884e733115" providerId="ADAL" clId="{937D3A49-D0E7-486D-BA98-5AD23D3FA812}" dt="2026-09-07T09:19:28.436" v="1110" actId="20577"/>
          <ac:spMkLst>
            <pc:docMk/>
            <pc:sldMk cId="0" sldId="278"/>
            <ac:spMk id="23" creationId="{00000000-0000-0000-0000-000000000000}"/>
          </ac:spMkLst>
        </pc:spChg>
      </pc:sldChg>
      <pc:sldMasterChg chg="addSp delSp mod">
        <pc:chgData name="Adithya Sivakumar" userId="66f9b287-a2d3-4cb5-8dae-29884e733115" providerId="ADAL" clId="{937D3A49-D0E7-486D-BA98-5AD23D3FA812}" dt="2026-09-06T16:36:10.891" v="310" actId="478"/>
        <pc:sldMasterMkLst>
          <pc:docMk/>
          <pc:sldMasterMk cId="2209977519" sldId="2147483648"/>
        </pc:sldMasterMkLst>
        <pc:picChg chg="add del">
          <ac:chgData name="Adithya Sivakumar" userId="66f9b287-a2d3-4cb5-8dae-29884e733115" providerId="ADAL" clId="{937D3A49-D0E7-486D-BA98-5AD23D3FA812}" dt="2026-09-06T16:36:10.891" v="310" actId="478"/>
          <ac:picMkLst>
            <pc:docMk/>
            <pc:sldMasterMk cId="2209977519" sldId="2147483648"/>
            <ac:picMk id="8" creationId="{0DCF94A4-B4AE-75FD-878C-55D8C0515977}"/>
          </ac:picMkLst>
        </pc:pic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65FE33-248B-418E-80DF-32EE702ADF6F}" type="datetimeFigureOut">
              <a:rPr lang="en-SE" smtClean="0"/>
              <a:t>2026-09-07</a:t>
            </a:fld>
            <a:endParaRPr lang="en-S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73D6B5-9C92-4220-B47A-53362BAF60D8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062178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73D6B5-9C92-4220-B47A-53362BAF60D8}" type="slidenum">
              <a:rPr lang="en-SE" smtClean="0"/>
              <a:t>1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0364908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600" dirty="0"/>
              <a:t>glued = strain gauge, clipped = extensometer, camera = video extensometer (XT-205, and our rig)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SE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73D6B5-9C92-4220-B47A-53362BAF60D8}" type="slidenum">
              <a:rPr lang="en-SE" smtClean="0"/>
              <a:t>8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1008210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73D6B5-9C92-4220-B47A-53362BAF60D8}" type="slidenum">
              <a:rPr lang="en-SE" smtClean="0"/>
              <a:t>12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6877314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73D6B5-9C92-4220-B47A-53362BAF60D8}" type="slidenum">
              <a:rPr lang="en-SE" smtClean="0"/>
              <a:t>16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9633124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jp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microsoft.com/office/2007/relationships/media" Target="../media/media2.mp4"/><Relationship Id="rId7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video" Target="../media/media3.mp4"/><Relationship Id="rId11" Type="http://schemas.openxmlformats.org/officeDocument/2006/relationships/image" Target="../media/image10.png"/><Relationship Id="rId5" Type="http://schemas.microsoft.com/office/2007/relationships/media" Target="../media/media3.mp4"/><Relationship Id="rId10" Type="http://schemas.openxmlformats.org/officeDocument/2006/relationships/image" Target="../media/image9.png"/><Relationship Id="rId4" Type="http://schemas.openxmlformats.org/officeDocument/2006/relationships/video" Target="../media/media2.mp4"/><Relationship Id="rId9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jpg"/><Relationship Id="rId4" Type="http://schemas.openxmlformats.org/officeDocument/2006/relationships/image" Target="../media/image11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07/978-981-16-8954-3_47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07/978-981-16-8954-3_47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doi.org/10.1089/3dp.2022.0222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hyperlink" Target="mailto:adithyasvk@outlook.com" TargetMode="External"/><Relationship Id="rId5" Type="http://schemas.openxmlformats.org/officeDocument/2006/relationships/hyperlink" Target="mailto:adithya.sivakumar@ju.se" TargetMode="External"/><Relationship Id="rId4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hyperlink" Target="https://doi.org/10.1016/j.matpr.2019.06.082" TargetMode="External"/><Relationship Id="rId3" Type="http://schemas.openxmlformats.org/officeDocument/2006/relationships/image" Target="../media/image19.png"/><Relationship Id="rId7" Type="http://schemas.openxmlformats.org/officeDocument/2006/relationships/hyperlink" Target="https://prusament.com/materials/prusament-pla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doi.org/10.1016/j.matdes.2014.02.038" TargetMode="External"/><Relationship Id="rId5" Type="http://schemas.openxmlformats.org/officeDocument/2006/relationships/hyperlink" Target="https://doi.org/10.1016/j.matdes.2017.03.065" TargetMode="External"/><Relationship Id="rId10" Type="http://schemas.openxmlformats.org/officeDocument/2006/relationships/hyperlink" Target="https://prusament.com/materials/prusament-petg/" TargetMode="External"/><Relationship Id="rId4" Type="http://schemas.openxmlformats.org/officeDocument/2006/relationships/image" Target="../media/image20.png"/><Relationship Id="rId9" Type="http://schemas.openxmlformats.org/officeDocument/2006/relationships/hyperlink" Target="https://doi.org/10.3390/polym13111758" TargetMode="Externa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1887" y="-109728"/>
            <a:ext cx="12191695" cy="6967728"/>
          </a:xfrm>
          <a:prstGeom prst="rect">
            <a:avLst/>
          </a:prstGeom>
          <a:solidFill>
            <a:srgbClr val="F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-109728"/>
            <a:ext cx="475488" cy="914400"/>
          </a:xfrm>
          <a:prstGeom prst="rect">
            <a:avLst/>
          </a:prstGeom>
          <a:solidFill>
            <a:srgbClr val="253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32686"/>
            <a:ext cx="475488" cy="5925314"/>
          </a:xfrm>
          <a:prstGeom prst="rect">
            <a:avLst/>
          </a:prstGeom>
          <a:solidFill>
            <a:srgbClr val="7C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ju_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365760"/>
            <a:ext cx="1069848" cy="47548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1265408" y="347472"/>
            <a:ext cx="118872" cy="118872"/>
          </a:xfrm>
          <a:prstGeom prst="rect">
            <a:avLst/>
          </a:prstGeom>
          <a:solidFill>
            <a:srgbClr val="253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489436" y="347472"/>
            <a:ext cx="118872" cy="118872"/>
          </a:xfrm>
          <a:prstGeom prst="rect">
            <a:avLst/>
          </a:prstGeom>
          <a:solidFill>
            <a:srgbClr val="B29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713464" y="347472"/>
            <a:ext cx="118872" cy="118872"/>
          </a:xfrm>
          <a:prstGeom prst="rect">
            <a:avLst/>
          </a:prstGeom>
          <a:solidFill>
            <a:srgbClr val="7C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88720" y="1906481"/>
            <a:ext cx="9692640" cy="15679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6500"/>
              </a:lnSpc>
            </a:pPr>
            <a:r>
              <a:rPr lang="en-US" sz="4000" b="1" dirty="0">
                <a:solidFill>
                  <a:srgbClr val="253439"/>
                </a:solidFill>
                <a:latin typeface="Lato"/>
              </a:rPr>
              <a:t>1-D DIC IMPLEMENTATION ON UNIVERSAL TESTING MACHINE</a:t>
            </a:r>
            <a:endParaRPr lang="en-US" sz="4000" b="1" dirty="0">
              <a:solidFill>
                <a:srgbClr val="253439"/>
              </a:solidFill>
              <a:latin typeface="Lato"/>
              <a:sym typeface="Lato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225296" y="3658278"/>
            <a:ext cx="9692640" cy="2385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 dirty="0">
                <a:solidFill>
                  <a:srgbClr val="7C898B"/>
                </a:solidFill>
                <a:latin typeface="Segoe UI"/>
              </a:rPr>
              <a:t>A camera-instrumented desktop tensile tester — built,</a:t>
            </a:r>
            <a:r>
              <a:rPr lang="en-GB" sz="1550" b="0" i="0" dirty="0">
                <a:solidFill>
                  <a:srgbClr val="7C898B"/>
                </a:solidFill>
                <a:latin typeface="Segoe UI"/>
              </a:rPr>
              <a:t> tested,</a:t>
            </a:r>
            <a:r>
              <a:rPr sz="1550" b="0" i="0" dirty="0">
                <a:solidFill>
                  <a:srgbClr val="7C898B"/>
                </a:solidFill>
                <a:latin typeface="Segoe UI"/>
              </a:rPr>
              <a:t> validated, and documented.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48D39A4-8D71-351D-01A2-1DEF03C7DE2C}"/>
              </a:ext>
            </a:extLst>
          </p:cNvPr>
          <p:cNvGrpSpPr/>
          <p:nvPr/>
        </p:nvGrpSpPr>
        <p:grpSpPr>
          <a:xfrm>
            <a:off x="1213409" y="4156624"/>
            <a:ext cx="3931919" cy="68580"/>
            <a:chOff x="1207008" y="3602736"/>
            <a:chExt cx="3931919" cy="68580"/>
          </a:xfrm>
        </p:grpSpPr>
        <p:sp>
          <p:nvSpPr>
            <p:cNvPr id="11" name="Rectangle 10"/>
            <p:cNvSpPr/>
            <p:nvPr/>
          </p:nvSpPr>
          <p:spPr>
            <a:xfrm>
              <a:off x="1207008" y="3602736"/>
              <a:ext cx="1022299" cy="68580"/>
            </a:xfrm>
            <a:prstGeom prst="rect">
              <a:avLst/>
            </a:prstGeom>
            <a:solidFill>
              <a:srgbClr val="25343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2229307" y="3602736"/>
              <a:ext cx="511149" cy="68580"/>
            </a:xfrm>
            <a:prstGeom prst="rect">
              <a:avLst/>
            </a:prstGeom>
            <a:solidFill>
              <a:srgbClr val="B29E8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2740456" y="3602736"/>
              <a:ext cx="2398471" cy="68580"/>
            </a:xfrm>
            <a:prstGeom prst="rect">
              <a:avLst/>
            </a:prstGeom>
            <a:solidFill>
              <a:srgbClr val="7C89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4" name="TextBox 13"/>
          <p:cNvSpPr txBox="1"/>
          <p:nvPr/>
        </p:nvSpPr>
        <p:spPr>
          <a:xfrm>
            <a:off x="1207008" y="5074920"/>
            <a:ext cx="6766560" cy="9756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 dirty="0">
                <a:solidFill>
                  <a:srgbClr val="253439"/>
                </a:solidFill>
                <a:latin typeface="Segoe UI Semibold"/>
              </a:rPr>
              <a:t>Adithya Sivakumar</a:t>
            </a:r>
          </a:p>
          <a:p>
            <a:pPr algn="l">
              <a:lnSpc>
                <a:spcPct val="115000"/>
              </a:lnSpc>
            </a:pPr>
            <a:r>
              <a:rPr sz="1100" b="0" i="0" dirty="0">
                <a:solidFill>
                  <a:srgbClr val="7C898B"/>
                </a:solidFill>
                <a:latin typeface="Segoe UI"/>
              </a:rPr>
              <a:t>adithya.sivakumar@ju.se</a:t>
            </a:r>
          </a:p>
          <a:p>
            <a:pPr algn="l">
              <a:lnSpc>
                <a:spcPct val="115000"/>
              </a:lnSpc>
            </a:pPr>
            <a:endParaRPr sz="1100" b="0" i="0" dirty="0">
              <a:solidFill>
                <a:srgbClr val="7C898B"/>
              </a:solidFill>
              <a:latin typeface="Segoe UI"/>
            </a:endParaRPr>
          </a:p>
          <a:p>
            <a:r>
              <a:rPr sz="1100" b="0" i="0" dirty="0">
                <a:solidFill>
                  <a:srgbClr val="7C898B"/>
                </a:solidFill>
                <a:latin typeface="Segoe UI"/>
              </a:rPr>
              <a:t>Supervisors:  </a:t>
            </a:r>
            <a:r>
              <a:rPr lang="en-SE" sz="1100" dirty="0">
                <a:solidFill>
                  <a:srgbClr val="7C898B"/>
                </a:solidFill>
                <a:latin typeface="Segoe UI"/>
              </a:rPr>
              <a:t>Johan Jansson</a:t>
            </a:r>
            <a:r>
              <a:rPr lang="en-GB" sz="1100" dirty="0">
                <a:solidFill>
                  <a:srgbClr val="7C898B"/>
                </a:solidFill>
                <a:latin typeface="Segoe UI"/>
              </a:rPr>
              <a:t> </a:t>
            </a:r>
            <a:r>
              <a:rPr sz="1100" b="0" i="0" dirty="0">
                <a:solidFill>
                  <a:srgbClr val="7C898B"/>
                </a:solidFill>
                <a:latin typeface="Segoe UI"/>
              </a:rPr>
              <a:t>·</a:t>
            </a:r>
            <a:r>
              <a:rPr lang="en-GB" sz="1100" b="0" i="0" dirty="0">
                <a:solidFill>
                  <a:srgbClr val="7C898B"/>
                </a:solidFill>
                <a:latin typeface="Segoe UI"/>
              </a:rPr>
              <a:t> </a:t>
            </a:r>
            <a:r>
              <a:rPr lang="en-SE" sz="1100" dirty="0">
                <a:solidFill>
                  <a:srgbClr val="7C898B"/>
                </a:solidFill>
                <a:latin typeface="Segoe UI"/>
              </a:rPr>
              <a:t>Mirza Cenanovic</a:t>
            </a:r>
          </a:p>
          <a:p>
            <a:pPr>
              <a:lnSpc>
                <a:spcPct val="100000"/>
              </a:lnSpc>
            </a:pPr>
            <a:endParaRPr sz="1100" b="0" i="0" dirty="0">
              <a:solidFill>
                <a:srgbClr val="7C898B"/>
              </a:solidFill>
              <a:latin typeface="Segoe U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161402" y="4352544"/>
            <a:ext cx="1061189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 dirty="0">
                <a:solidFill>
                  <a:srgbClr val="253439"/>
                </a:solidFill>
                <a:latin typeface="Segoe UI Semibold"/>
              </a:rPr>
              <a:t>SEPTEMBER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75720" y="6473952"/>
            <a:ext cx="5669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7C898B"/>
                </a:solidFill>
                <a:latin typeface="Segoe UI Semibold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932688"/>
          </a:xfrm>
          <a:prstGeom prst="rect">
            <a:avLst/>
          </a:prstGeom>
          <a:solidFill>
            <a:srgbClr val="253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42415"/>
            <a:ext cx="146304" cy="5815584"/>
          </a:xfrm>
          <a:prstGeom prst="rect">
            <a:avLst/>
          </a:prstGeom>
          <a:solidFill>
            <a:srgbClr val="7C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ju_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" y="256032"/>
            <a:ext cx="905256" cy="40233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1265408" y="347472"/>
            <a:ext cx="118872" cy="118872"/>
          </a:xfrm>
          <a:prstGeom prst="rect">
            <a:avLst/>
          </a:prstGeom>
          <a:solidFill>
            <a:srgbClr val="253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489436" y="347472"/>
            <a:ext cx="118872" cy="118872"/>
          </a:xfrm>
          <a:prstGeom prst="rect">
            <a:avLst/>
          </a:prstGeom>
          <a:solidFill>
            <a:srgbClr val="B29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713464" y="347472"/>
            <a:ext cx="118872" cy="118872"/>
          </a:xfrm>
          <a:prstGeom prst="rect">
            <a:avLst/>
          </a:prstGeom>
          <a:solidFill>
            <a:srgbClr val="7C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786384"/>
            <a:ext cx="10424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 dirty="0">
                <a:solidFill>
                  <a:srgbClr val="B29E84"/>
                </a:solidFill>
                <a:latin typeface="Segoe UI Semibold"/>
              </a:rPr>
              <a:t>AGENDA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1005840"/>
            <a:ext cx="1088136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GB" sz="2800" b="1" dirty="0">
                <a:solidFill>
                  <a:srgbClr val="253439"/>
                </a:solidFill>
                <a:latin typeface="Lato"/>
              </a:rPr>
              <a:t>Content, in six parts</a:t>
            </a:r>
            <a:endParaRPr sz="2800" b="1" dirty="0">
              <a:solidFill>
                <a:srgbClr val="253439"/>
              </a:solidFill>
              <a:latin typeface="Lato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77240" y="1591056"/>
            <a:ext cx="855878" cy="50292"/>
          </a:xfrm>
          <a:prstGeom prst="rect">
            <a:avLst/>
          </a:prstGeom>
          <a:solidFill>
            <a:srgbClr val="253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633118" y="1591056"/>
            <a:ext cx="427939" cy="50292"/>
          </a:xfrm>
          <a:prstGeom prst="rect">
            <a:avLst/>
          </a:prstGeom>
          <a:solidFill>
            <a:srgbClr val="B29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061057" y="1591056"/>
            <a:ext cx="2008022" cy="50292"/>
          </a:xfrm>
          <a:prstGeom prst="rect">
            <a:avLst/>
          </a:prstGeom>
          <a:solidFill>
            <a:srgbClr val="7C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475720" y="6473952"/>
            <a:ext cx="5669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7C898B"/>
                </a:solidFill>
                <a:latin typeface="Segoe UI Semibold"/>
              </a:rPr>
              <a:t>02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2011680"/>
            <a:ext cx="5257800" cy="923544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78408" y="2157984"/>
            <a:ext cx="86868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 dirty="0">
                <a:solidFill>
                  <a:srgbClr val="B29E84"/>
                </a:solidFill>
                <a:latin typeface="Segoe UI Light"/>
              </a:rPr>
              <a:t>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7360" y="2176272"/>
            <a:ext cx="4160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253439"/>
                </a:solidFill>
                <a:latin typeface="Segoe UI Semibold"/>
              </a:rPr>
              <a:t>DIC, in one picture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2560320"/>
            <a:ext cx="4160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7C898B"/>
                </a:solidFill>
                <a:latin typeface="Segoe UI"/>
              </a:rPr>
              <a:t>what the rig measures, and why no sensor touches the part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2011680"/>
            <a:ext cx="5257800" cy="923544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601968" y="2157984"/>
            <a:ext cx="86868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 dirty="0">
                <a:solidFill>
                  <a:srgbClr val="B29E84"/>
                </a:solidFill>
                <a:latin typeface="Segoe UI Light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60920" y="2176272"/>
            <a:ext cx="4160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253439"/>
                </a:solidFill>
                <a:latin typeface="Segoe UI Semibold"/>
              </a:rPr>
              <a:t>What was built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60920" y="2560320"/>
            <a:ext cx="4160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7C898B"/>
                </a:solidFill>
                <a:latin typeface="Segoe UI"/>
              </a:rPr>
              <a:t>hardware, software — and 20 things it does on its own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3337560"/>
            <a:ext cx="5257800" cy="923544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78408" y="3483864"/>
            <a:ext cx="86868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 dirty="0">
                <a:solidFill>
                  <a:srgbClr val="B29E84"/>
                </a:solidFill>
                <a:latin typeface="Segoe UI Light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37360" y="3502152"/>
            <a:ext cx="4160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253439"/>
                </a:solidFill>
                <a:latin typeface="Segoe UI Semibold"/>
              </a:rPr>
              <a:t>Live demo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37360" y="3886200"/>
            <a:ext cx="4160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 dirty="0">
                <a:solidFill>
                  <a:srgbClr val="7C898B"/>
                </a:solidFill>
                <a:latin typeface="Segoe UI"/>
              </a:rPr>
              <a:t>a specimen pulled to fracture, live on the rig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3337560"/>
            <a:ext cx="5257800" cy="923544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601968" y="3483864"/>
            <a:ext cx="86868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 dirty="0">
                <a:solidFill>
                  <a:srgbClr val="B29E84"/>
                </a:solidFill>
                <a:latin typeface="Segoe UI Light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60920" y="3502152"/>
            <a:ext cx="4160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253439"/>
                </a:solidFill>
                <a:latin typeface="Segoe UI Semibold"/>
              </a:rPr>
              <a:t>Validation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60920" y="3886200"/>
            <a:ext cx="416052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 dirty="0">
                <a:solidFill>
                  <a:srgbClr val="7C898B"/>
                </a:solidFill>
                <a:latin typeface="Segoe UI"/>
              </a:rPr>
              <a:t>the same material through a </a:t>
            </a:r>
            <a:r>
              <a:rPr lang="en-GB" sz="1050" b="0" i="0" dirty="0">
                <a:solidFill>
                  <a:srgbClr val="7C898B"/>
                </a:solidFill>
                <a:latin typeface="Segoe UI"/>
              </a:rPr>
              <a:t>MOT</a:t>
            </a:r>
            <a:r>
              <a:rPr sz="1050" b="0" i="0" dirty="0">
                <a:solidFill>
                  <a:srgbClr val="7C898B"/>
                </a:solidFill>
                <a:latin typeface="Segoe UI"/>
              </a:rPr>
              <a:t> lab </a:t>
            </a:r>
            <a:r>
              <a:rPr lang="en-GB" sz="1050" b="0" i="0" dirty="0">
                <a:solidFill>
                  <a:srgbClr val="7C898B"/>
                </a:solidFill>
                <a:latin typeface="Segoe UI"/>
              </a:rPr>
              <a:t>test </a:t>
            </a:r>
            <a:r>
              <a:rPr sz="1050" b="0" i="0" dirty="0">
                <a:solidFill>
                  <a:srgbClr val="7C898B"/>
                </a:solidFill>
                <a:latin typeface="Segoe UI"/>
              </a:rPr>
              <a:t>— and how close we land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7240" y="4663440"/>
            <a:ext cx="5257800" cy="923544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78408" y="4809744"/>
            <a:ext cx="86868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 dirty="0">
                <a:solidFill>
                  <a:srgbClr val="B29E84"/>
                </a:solidFill>
                <a:latin typeface="Segoe UI Light"/>
              </a:rPr>
              <a:t>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737360" y="4828031"/>
            <a:ext cx="4160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253439"/>
                </a:solidFill>
                <a:latin typeface="Segoe UI Semibold"/>
              </a:rPr>
              <a:t>AI in the loop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737360" y="5212079"/>
            <a:ext cx="4160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7C898B"/>
                </a:solidFill>
                <a:latin typeface="Segoe UI"/>
              </a:rPr>
              <a:t>how this was built by one engineer and a coding agent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0" y="4663440"/>
            <a:ext cx="5257800" cy="923544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601968" y="4809744"/>
            <a:ext cx="86868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 dirty="0">
                <a:solidFill>
                  <a:srgbClr val="B29E84"/>
                </a:solidFill>
                <a:latin typeface="Segoe UI Light"/>
              </a:rPr>
              <a:t>06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60920" y="4828031"/>
            <a:ext cx="4160520" cy="2231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GB" sz="1450" b="0" i="0" dirty="0">
                <a:solidFill>
                  <a:srgbClr val="253439"/>
                </a:solidFill>
                <a:latin typeface="Segoe UI Semibold"/>
              </a:rPr>
              <a:t>Future work</a:t>
            </a:r>
            <a:endParaRPr sz="1450" b="0" i="0" dirty="0">
              <a:solidFill>
                <a:srgbClr val="253439"/>
              </a:solidFill>
              <a:latin typeface="Segoe UI Semibold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7360920" y="5212079"/>
            <a:ext cx="416052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GB" sz="1050" b="0" i="0" dirty="0">
                <a:solidFill>
                  <a:srgbClr val="7C898B"/>
                </a:solidFill>
                <a:latin typeface="Segoe UI"/>
              </a:rPr>
              <a:t>What comes next </a:t>
            </a:r>
            <a:r>
              <a:rPr sz="1050" b="0" i="0" dirty="0">
                <a:solidFill>
                  <a:srgbClr val="7C898B"/>
                </a:solidFill>
                <a:latin typeface="Segoe UI"/>
              </a:rPr>
              <a:t>and </a:t>
            </a:r>
            <a:r>
              <a:rPr lang="en-GB" sz="1050" b="0" i="0" dirty="0">
                <a:solidFill>
                  <a:srgbClr val="7C898B"/>
                </a:solidFill>
                <a:latin typeface="Segoe UI"/>
              </a:rPr>
              <a:t>interesting numbers </a:t>
            </a:r>
            <a:endParaRPr sz="1050" b="0" i="0" dirty="0">
              <a:solidFill>
                <a:srgbClr val="7C898B"/>
              </a:solidFill>
              <a:latin typeface="Segoe UI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777240" y="6144768"/>
            <a:ext cx="1060704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 dirty="0">
                <a:solidFill>
                  <a:srgbClr val="7C898B"/>
                </a:solidFill>
                <a:latin typeface="Segoe UI"/>
              </a:rPr>
              <a:t>Appendix: Thresholding · PLA vs PETG vs TPU · rig-to-rig noise.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932688"/>
          </a:xfrm>
          <a:prstGeom prst="rect">
            <a:avLst/>
          </a:prstGeom>
          <a:solidFill>
            <a:srgbClr val="253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42415"/>
            <a:ext cx="146304" cy="5815584"/>
          </a:xfrm>
          <a:prstGeom prst="rect">
            <a:avLst/>
          </a:prstGeom>
          <a:solidFill>
            <a:srgbClr val="7C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ju_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" y="256032"/>
            <a:ext cx="905256" cy="40233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1265408" y="347472"/>
            <a:ext cx="118872" cy="118872"/>
          </a:xfrm>
          <a:prstGeom prst="rect">
            <a:avLst/>
          </a:prstGeom>
          <a:solidFill>
            <a:srgbClr val="253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489436" y="347472"/>
            <a:ext cx="118872" cy="118872"/>
          </a:xfrm>
          <a:prstGeom prst="rect">
            <a:avLst/>
          </a:prstGeom>
          <a:solidFill>
            <a:srgbClr val="B29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713464" y="347472"/>
            <a:ext cx="118872" cy="118872"/>
          </a:xfrm>
          <a:prstGeom prst="rect">
            <a:avLst/>
          </a:prstGeom>
          <a:solidFill>
            <a:srgbClr val="7C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786384"/>
            <a:ext cx="10424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B29E84"/>
                </a:solidFill>
                <a:latin typeface="Segoe UI Semibold"/>
              </a:rPr>
              <a:t>01 · BACKGROUND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1005840"/>
            <a:ext cx="108813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0" i="0">
                <a:solidFill>
                  <a:srgbClr val="253439"/>
                </a:solidFill>
                <a:latin typeface="Segoe UI Light"/>
              </a:rPr>
              <a:t>Where DIC is used — and where this project sits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1591056"/>
            <a:ext cx="855878" cy="50292"/>
          </a:xfrm>
          <a:prstGeom prst="rect">
            <a:avLst/>
          </a:prstGeom>
          <a:solidFill>
            <a:srgbClr val="253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633118" y="1591056"/>
            <a:ext cx="427939" cy="50292"/>
          </a:xfrm>
          <a:prstGeom prst="rect">
            <a:avLst/>
          </a:prstGeom>
          <a:solidFill>
            <a:srgbClr val="B29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061057" y="1591056"/>
            <a:ext cx="2008022" cy="50292"/>
          </a:xfrm>
          <a:prstGeom prst="rect">
            <a:avLst/>
          </a:prstGeom>
          <a:solidFill>
            <a:srgbClr val="7C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 rot="16200000">
            <a:off x="10625328" y="3310128"/>
            <a:ext cx="274320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7C898B"/>
                </a:solidFill>
                <a:latin typeface="Segoe UI Semibold"/>
              </a:rPr>
              <a:t>BACKGROUND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75720" y="6473952"/>
            <a:ext cx="5669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7C898B"/>
                </a:solidFill>
                <a:latin typeface="Segoe UI Semibold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1773936"/>
            <a:ext cx="106070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7C898B"/>
                </a:solidFill>
                <a:latin typeface="Segoe UI"/>
              </a:rPr>
              <a:t>DIC — Digital Image Correlation — measures how a surface deforms by comparing photographs of it under load: no contact, no wires, just pixels tracked frame to frame.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2066543"/>
            <a:ext cx="3401568" cy="1874519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7240" y="2066543"/>
            <a:ext cx="82296" cy="1874519"/>
          </a:xfrm>
          <a:prstGeom prst="rect">
            <a:avLst/>
          </a:prstGeom>
          <a:solidFill>
            <a:srgbClr val="DEDA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96695" y="2231136"/>
            <a:ext cx="3017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253439"/>
                </a:solidFill>
                <a:latin typeface="Segoe UI Semibold"/>
              </a:rPr>
              <a:t>Material testing &amp; characterization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6695" y="2761487"/>
            <a:ext cx="3035808" cy="10789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7C898B"/>
                </a:solidFill>
                <a:latin typeface="Segoe UI"/>
              </a:rPr>
              <a:t>stress–strain curves, E, σy, UTS, εf — strain measured without touching the specimen.</a:t>
            </a:r>
          </a:p>
        </p:txBody>
      </p:sp>
      <p:grpSp>
        <p:nvGrpSpPr>
          <p:cNvPr id="47" name="ours_highlight">
            <a:extLst>
              <a:ext uri="{FF2B5EF4-FFF2-40B4-BE49-F238E27FC236}">
                <a16:creationId xmlns:a16="http://schemas.microsoft.com/office/drawing/2014/main" id="{449149FC-B985-96D5-E771-C67DABD9A46A}"/>
              </a:ext>
            </a:extLst>
          </p:cNvPr>
          <p:cNvGrpSpPr/>
          <p:nvPr/>
        </p:nvGrpSpPr>
        <p:grpSpPr>
          <a:xfrm>
            <a:off x="777240" y="2066543"/>
            <a:ext cx="3401568" cy="1874519"/>
            <a:chOff x="777240" y="2066543"/>
            <a:chExt cx="3401568" cy="1874519"/>
          </a:xfrm>
        </p:grpSpPr>
        <p:sp>
          <p:nvSpPr>
            <p:cNvPr id="21" name="ours_00"/>
            <p:cNvSpPr/>
            <p:nvPr/>
          </p:nvSpPr>
          <p:spPr>
            <a:xfrm>
              <a:off x="777240" y="2066543"/>
              <a:ext cx="3401568" cy="1874519"/>
            </a:xfrm>
            <a:prstGeom prst="rect">
              <a:avLst/>
            </a:prstGeom>
            <a:solidFill>
              <a:srgbClr val="253439"/>
            </a:solidFill>
            <a:ln w="12700">
              <a:solidFill>
                <a:srgbClr val="DEDAD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" name="ours_01"/>
            <p:cNvSpPr/>
            <p:nvPr/>
          </p:nvSpPr>
          <p:spPr>
            <a:xfrm>
              <a:off x="777240" y="2066543"/>
              <a:ext cx="82296" cy="1874519"/>
            </a:xfrm>
            <a:prstGeom prst="rect">
              <a:avLst/>
            </a:prstGeom>
            <a:solidFill>
              <a:srgbClr val="B29E8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3" name="ours_02"/>
            <p:cNvSpPr/>
            <p:nvPr/>
          </p:nvSpPr>
          <p:spPr>
            <a:xfrm>
              <a:off x="996695" y="2212848"/>
              <a:ext cx="1155801" cy="274320"/>
            </a:xfrm>
            <a:prstGeom prst="rect">
              <a:avLst/>
            </a:prstGeom>
            <a:solidFill>
              <a:srgbClr val="B29E8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36576" tIns="0" rIns="36576" bIns="0" rtlCol="0" anchor="ctr"/>
            <a:lstStyle/>
            <a:p>
              <a:pPr algn="ctr"/>
              <a:r>
                <a:rPr sz="850">
                  <a:solidFill>
                    <a:srgbClr val="253439"/>
                  </a:solidFill>
                  <a:latin typeface="Segoe UI Semibold"/>
                </a:rPr>
                <a:t>THIS PROJECT</a:t>
              </a:r>
            </a:p>
          </p:txBody>
        </p:sp>
        <p:sp>
          <p:nvSpPr>
            <p:cNvPr id="24" name="ours_03"/>
            <p:cNvSpPr txBox="1"/>
            <p:nvPr/>
          </p:nvSpPr>
          <p:spPr>
            <a:xfrm>
              <a:off x="996695" y="2560320"/>
              <a:ext cx="3017520" cy="50292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1250" b="0" i="0">
                  <a:solidFill>
                    <a:srgbClr val="FFFFFF"/>
                  </a:solidFill>
                  <a:latin typeface="Segoe UI Semibold"/>
                </a:rPr>
                <a:t>Material testing &amp; characterization</a:t>
              </a:r>
            </a:p>
          </p:txBody>
        </p:sp>
        <p:sp>
          <p:nvSpPr>
            <p:cNvPr id="25" name="ours_04"/>
            <p:cNvSpPr txBox="1"/>
            <p:nvPr/>
          </p:nvSpPr>
          <p:spPr>
            <a:xfrm>
              <a:off x="996695" y="3054096"/>
              <a:ext cx="3035808" cy="80467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930" b="0" i="0">
                  <a:solidFill>
                    <a:srgbClr val="F6F4F1"/>
                  </a:solidFill>
                  <a:latin typeface="Segoe UI"/>
                </a:rPr>
                <a:t>stress–strain curves, E, σy, UTS, εf — strain measured without touching the specimen. THIS PROJECT: a desktop tensile rig whose only extensometer is a camera.</a:t>
              </a:r>
            </a:p>
          </p:txBody>
        </p:sp>
      </p:grpSp>
      <p:sp>
        <p:nvSpPr>
          <p:cNvPr id="26" name="Rectangle 25"/>
          <p:cNvSpPr/>
          <p:nvPr/>
        </p:nvSpPr>
        <p:spPr>
          <a:xfrm>
            <a:off x="4416552" y="2066543"/>
            <a:ext cx="3401568" cy="1874519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416552" y="2066543"/>
            <a:ext cx="82296" cy="1874519"/>
          </a:xfrm>
          <a:prstGeom prst="rect">
            <a:avLst/>
          </a:prstGeom>
          <a:solidFill>
            <a:srgbClr val="DEDA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636008" y="2231136"/>
            <a:ext cx="3017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253439"/>
                </a:solidFill>
                <a:latin typeface="Segoe UI Semibold"/>
              </a:rPr>
              <a:t>Manufacturing quality control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36008" y="2761487"/>
            <a:ext cx="3035808" cy="10789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7C898B"/>
                </a:solidFill>
                <a:latin typeface="Segoe UI"/>
              </a:rPr>
              <a:t>warpage, springback and assembly distortion checked on the line — parts against CAD, contactless and in minutes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55864" y="2066543"/>
            <a:ext cx="3401568" cy="1874519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055864" y="2066543"/>
            <a:ext cx="82296" cy="1874519"/>
          </a:xfrm>
          <a:prstGeom prst="rect">
            <a:avLst/>
          </a:prstGeom>
          <a:solidFill>
            <a:srgbClr val="DEDA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275320" y="2231136"/>
            <a:ext cx="3017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253439"/>
                </a:solidFill>
                <a:latin typeface="Segoe UI Semibold"/>
              </a:rPr>
              <a:t>Aerospace structural monitoring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75320" y="2761487"/>
            <a:ext cx="3035808" cy="10789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7C898B"/>
                </a:solidFill>
                <a:latin typeface="Segoe UI"/>
              </a:rPr>
              <a:t>wing bend and fuselage-skin strain in full-scale tests — thousands of virtual gauges from a pair of cameras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4078224"/>
            <a:ext cx="3401568" cy="1874519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777240" y="4078224"/>
            <a:ext cx="82296" cy="1874519"/>
          </a:xfrm>
          <a:prstGeom prst="rect">
            <a:avLst/>
          </a:prstGeom>
          <a:solidFill>
            <a:srgbClr val="DEDA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96695" y="4242816"/>
            <a:ext cx="3017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253439"/>
                </a:solidFill>
                <a:latin typeface="Segoe UI Semibold"/>
              </a:rPr>
              <a:t>Fracture mechanics &amp; crack propagation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6695" y="4773168"/>
            <a:ext cx="3035808" cy="10789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7C898B"/>
                </a:solidFill>
                <a:latin typeface="Segoe UI"/>
              </a:rPr>
              <a:t>strain concentration at the crack tip, crack speed and direction — our future-work item 4 builds exactly this on the same rig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416552" y="4078224"/>
            <a:ext cx="3401568" cy="1874519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4416552" y="4078224"/>
            <a:ext cx="82296" cy="1874519"/>
          </a:xfrm>
          <a:prstGeom prst="rect">
            <a:avLst/>
          </a:prstGeom>
          <a:solidFill>
            <a:srgbClr val="DEDA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636008" y="4242816"/>
            <a:ext cx="3017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253439"/>
                </a:solidFill>
                <a:latin typeface="Segoe UI Semibold"/>
              </a:rPr>
              <a:t>Biomechanics &amp; medical devices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36008" y="4773168"/>
            <a:ext cx="3035808" cy="10789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7C898B"/>
                </a:solidFill>
                <a:latin typeface="Segoe UI"/>
              </a:rPr>
              <a:t>tissue, implants and prostheses under load — contactless is the only option when the specimen must stay untouched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55864" y="4078224"/>
            <a:ext cx="3401568" cy="1874519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8055864" y="4078224"/>
            <a:ext cx="82296" cy="1874519"/>
          </a:xfrm>
          <a:prstGeom prst="rect">
            <a:avLst/>
          </a:prstGeom>
          <a:solidFill>
            <a:srgbClr val="DEDA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275320" y="4242816"/>
            <a:ext cx="3017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253439"/>
                </a:solidFill>
                <a:latin typeface="Segoe UI Semibold"/>
              </a:rPr>
              <a:t>Thermal stress analysis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75320" y="4773168"/>
            <a:ext cx="3035808" cy="10789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7C898B"/>
                </a:solidFill>
                <a:latin typeface="Segoe UI"/>
              </a:rPr>
              <a:t>expansion and warpage under heating — where a glued strain gauge would cook, the camera just watches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7240" y="6108192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7C898B"/>
                </a:solidFill>
                <a:latin typeface="Segoe UI"/>
              </a:rPr>
              <a:t>…and more: FEA model validation, civil-structure monitoring, electronics reliability, high-speed impact. One method, many arenas — the next slides are our corner: the tensile test.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5902"/>
            <a:ext cx="12191695" cy="6858000"/>
          </a:xfrm>
          <a:prstGeom prst="rect">
            <a:avLst/>
          </a:prstGeom>
          <a:solidFill>
            <a:srgbClr val="F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932688"/>
          </a:xfrm>
          <a:prstGeom prst="rect">
            <a:avLst/>
          </a:prstGeom>
          <a:solidFill>
            <a:srgbClr val="253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42415"/>
            <a:ext cx="146304" cy="5815584"/>
          </a:xfrm>
          <a:prstGeom prst="rect">
            <a:avLst/>
          </a:prstGeom>
          <a:solidFill>
            <a:srgbClr val="7C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ju_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" y="256032"/>
            <a:ext cx="905256" cy="40233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1265408" y="347472"/>
            <a:ext cx="118872" cy="118872"/>
          </a:xfrm>
          <a:prstGeom prst="rect">
            <a:avLst/>
          </a:prstGeom>
          <a:solidFill>
            <a:srgbClr val="253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489436" y="347472"/>
            <a:ext cx="118872" cy="118872"/>
          </a:xfrm>
          <a:prstGeom prst="rect">
            <a:avLst/>
          </a:prstGeom>
          <a:solidFill>
            <a:srgbClr val="B29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713464" y="347472"/>
            <a:ext cx="118872" cy="118872"/>
          </a:xfrm>
          <a:prstGeom prst="rect">
            <a:avLst/>
          </a:prstGeom>
          <a:solidFill>
            <a:srgbClr val="7C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786384"/>
            <a:ext cx="10424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B29E84"/>
                </a:solidFill>
                <a:latin typeface="Segoe UI Semibold"/>
              </a:rPr>
              <a:t>01 · BACKGROUND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1005840"/>
            <a:ext cx="108813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0" i="0">
                <a:solidFill>
                  <a:srgbClr val="253439"/>
                </a:solidFill>
                <a:latin typeface="Segoe UI Light"/>
              </a:rPr>
              <a:t>DIC — the camera is the strain gauge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1591056"/>
            <a:ext cx="855878" cy="50292"/>
          </a:xfrm>
          <a:prstGeom prst="rect">
            <a:avLst/>
          </a:prstGeom>
          <a:solidFill>
            <a:srgbClr val="253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633118" y="1591056"/>
            <a:ext cx="427939" cy="50292"/>
          </a:xfrm>
          <a:prstGeom prst="rect">
            <a:avLst/>
          </a:prstGeom>
          <a:solidFill>
            <a:srgbClr val="B29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061057" y="1591056"/>
            <a:ext cx="2008022" cy="50292"/>
          </a:xfrm>
          <a:prstGeom prst="rect">
            <a:avLst/>
          </a:prstGeom>
          <a:solidFill>
            <a:srgbClr val="7C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 rot="16200000">
            <a:off x="10625328" y="3310128"/>
            <a:ext cx="274320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7C898B"/>
                </a:solidFill>
                <a:latin typeface="Segoe UI Semibold"/>
              </a:rPr>
              <a:t>BACKGROUND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75720" y="6473952"/>
            <a:ext cx="5669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7C898B"/>
                </a:solidFill>
                <a:latin typeface="Segoe UI Semibold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1810512"/>
            <a:ext cx="10712196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 dirty="0">
                <a:solidFill>
                  <a:srgbClr val="253439"/>
                </a:solidFill>
                <a:latin typeface="Segoe UI"/>
              </a:rPr>
              <a:t>How WE use DIC — the simplest form there is: two painted dots on the gauge; the camera tracks their separation L every frame, and strain is just (L − L₀) / L₀.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28519" y="2578608"/>
            <a:ext cx="7680960" cy="1623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ppd_dic_expla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5891" y="2739621"/>
            <a:ext cx="6992775" cy="1301630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777240" y="4846320"/>
            <a:ext cx="33832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77240" y="4846320"/>
            <a:ext cx="64008" cy="1325880"/>
          </a:xfrm>
          <a:prstGeom prst="rect">
            <a:avLst/>
          </a:prstGeom>
          <a:solidFill>
            <a:srgbClr val="B29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05840" y="5001768"/>
            <a:ext cx="3017520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GB" sz="1350" b="0" i="0" dirty="0">
                <a:solidFill>
                  <a:srgbClr val="253439"/>
                </a:solidFill>
                <a:latin typeface="Segoe UI Semibold"/>
              </a:rPr>
              <a:t>Contactless</a:t>
            </a:r>
            <a:endParaRPr sz="1350" b="0" i="0" dirty="0">
              <a:solidFill>
                <a:srgbClr val="253439"/>
              </a:solidFill>
              <a:latin typeface="Segoe UI Semibold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005840" y="5349240"/>
            <a:ext cx="3017520" cy="3273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en-GB" sz="1050" dirty="0">
                <a:solidFill>
                  <a:srgbClr val="253439"/>
                </a:solidFill>
                <a:latin typeface="Segoe UI"/>
              </a:rPr>
              <a:t>No</a:t>
            </a:r>
            <a:r>
              <a:rPr sz="1050" b="0" i="0" dirty="0">
                <a:solidFill>
                  <a:srgbClr val="253439"/>
                </a:solidFill>
                <a:latin typeface="Segoe UI"/>
              </a:rPr>
              <a:t> strain gauge glued on, no clip-on extensometer — nothing touches the specimen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89120" y="4846320"/>
            <a:ext cx="33832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389120" y="4846320"/>
            <a:ext cx="64008" cy="1325880"/>
          </a:xfrm>
          <a:prstGeom prst="rect">
            <a:avLst/>
          </a:prstGeom>
          <a:solidFill>
            <a:srgbClr val="B29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617720" y="5001768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253439"/>
                </a:solidFill>
                <a:latin typeface="Segoe UI Semibold"/>
              </a:rPr>
              <a:t>Pixels become strain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17720" y="5349240"/>
            <a:ext cx="3154680" cy="3273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en-GB" sz="1050" dirty="0">
                <a:solidFill>
                  <a:srgbClr val="253439"/>
                </a:solidFill>
                <a:latin typeface="Segoe UI"/>
              </a:rPr>
              <a:t>Each frame, the marker spacing L is measured in pixels and compared with the frozen L₀ — strain = (L − L₀) / L₀, no millimetres needed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01000" y="4846320"/>
            <a:ext cx="33832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001000" y="4846320"/>
            <a:ext cx="64008" cy="1325880"/>
          </a:xfrm>
          <a:prstGeom prst="rect">
            <a:avLst/>
          </a:prstGeom>
          <a:solidFill>
            <a:srgbClr val="B29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229600" y="5001768"/>
            <a:ext cx="3017520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 dirty="0">
                <a:solidFill>
                  <a:srgbClr val="253439"/>
                </a:solidFill>
                <a:latin typeface="Segoe UI Semibold"/>
              </a:rPr>
              <a:t>Live stress–strain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5349240"/>
            <a:ext cx="3017520" cy="3273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 dirty="0">
                <a:solidFill>
                  <a:srgbClr val="253439"/>
                </a:solidFill>
                <a:latin typeface="Segoe UI"/>
              </a:rPr>
              <a:t>Load cell gives force, the camera gives strain — the stress–strain curve draws itself live during the pull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932688"/>
          </a:xfrm>
          <a:prstGeom prst="rect">
            <a:avLst/>
          </a:prstGeom>
          <a:solidFill>
            <a:srgbClr val="253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42415"/>
            <a:ext cx="146304" cy="5815584"/>
          </a:xfrm>
          <a:prstGeom prst="rect">
            <a:avLst/>
          </a:prstGeom>
          <a:solidFill>
            <a:srgbClr val="7C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ju_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" y="256032"/>
            <a:ext cx="905256" cy="40233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1265408" y="347472"/>
            <a:ext cx="118872" cy="118872"/>
          </a:xfrm>
          <a:prstGeom prst="rect">
            <a:avLst/>
          </a:prstGeom>
          <a:solidFill>
            <a:srgbClr val="253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489436" y="347472"/>
            <a:ext cx="118872" cy="118872"/>
          </a:xfrm>
          <a:prstGeom prst="rect">
            <a:avLst/>
          </a:prstGeom>
          <a:solidFill>
            <a:srgbClr val="B29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713464" y="347472"/>
            <a:ext cx="118872" cy="118872"/>
          </a:xfrm>
          <a:prstGeom prst="rect">
            <a:avLst/>
          </a:prstGeom>
          <a:solidFill>
            <a:srgbClr val="7C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786384"/>
            <a:ext cx="10424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B29E84"/>
                </a:solidFill>
                <a:latin typeface="Segoe UI Semibold"/>
              </a:rPr>
              <a:t>01 · BACKGROUND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1005840"/>
            <a:ext cx="108813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0" i="0">
                <a:solidFill>
                  <a:srgbClr val="253439"/>
                </a:solidFill>
                <a:latin typeface="Segoe UI Light"/>
              </a:rPr>
              <a:t>DIC — the camera is the strain gauge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1591056"/>
            <a:ext cx="855878" cy="50292"/>
          </a:xfrm>
          <a:prstGeom prst="rect">
            <a:avLst/>
          </a:prstGeom>
          <a:solidFill>
            <a:srgbClr val="253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633118" y="1591056"/>
            <a:ext cx="427939" cy="50292"/>
          </a:xfrm>
          <a:prstGeom prst="rect">
            <a:avLst/>
          </a:prstGeom>
          <a:solidFill>
            <a:srgbClr val="B29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061057" y="1591056"/>
            <a:ext cx="2008022" cy="50292"/>
          </a:xfrm>
          <a:prstGeom prst="rect">
            <a:avLst/>
          </a:prstGeom>
          <a:solidFill>
            <a:srgbClr val="7C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 rot="16200000">
            <a:off x="10625328" y="3310128"/>
            <a:ext cx="274320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7C898B"/>
                </a:solidFill>
                <a:latin typeface="Segoe UI Semibold"/>
              </a:rPr>
              <a:t>BACKGROUND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75720" y="6473952"/>
            <a:ext cx="5669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7C898B"/>
                </a:solidFill>
                <a:latin typeface="Segoe UI Semibold"/>
              </a:rPr>
              <a:t>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1810512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C6C2BA"/>
                </a:solidFill>
                <a:latin typeface="Segoe UI"/>
              </a:rPr>
              <a:t>DIC — Digital Image Correlation — measures how a part deforms by comparing photographs of its surface while it is loaded; here in its simplest two-dot form.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2249424"/>
            <a:ext cx="6903720" cy="2212848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ppd_clipon_comb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6516" y="2340864"/>
            <a:ext cx="4685166" cy="202996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77240" y="4517136"/>
            <a:ext cx="69037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7C898B"/>
                </a:solidFill>
                <a:latin typeface="Segoe UI"/>
              </a:rPr>
              <a:t>the clip-on extensometer — the principle, and a commercial one (Zwick/Roell): knife edges TOUCH the specimen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1000" y="2249424"/>
            <a:ext cx="3383280" cy="2212848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DIC camera setup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89838" y="2340864"/>
            <a:ext cx="1805603" cy="202996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001000" y="4517136"/>
            <a:ext cx="33832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7C898B"/>
                </a:solidFill>
                <a:latin typeface="Segoe UI"/>
              </a:rPr>
              <a:t>our rig — the camera, touching nothing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4846320"/>
            <a:ext cx="33832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77240" y="4846320"/>
            <a:ext cx="64008" cy="1325880"/>
          </a:xfrm>
          <a:prstGeom prst="rect">
            <a:avLst/>
          </a:prstGeom>
          <a:solidFill>
            <a:srgbClr val="B29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05840" y="5001768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253439"/>
                </a:solidFill>
                <a:latin typeface="Segoe UI Semibold"/>
              </a:rPr>
              <a:t>Contactless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349240"/>
            <a:ext cx="30175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253439"/>
                </a:solidFill>
                <a:latin typeface="Segoe UI"/>
              </a:rPr>
              <a:t>No strain gauge glued on, no clip-on extensometer — nothing touches the specimen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89120" y="4846320"/>
            <a:ext cx="33832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389120" y="4846320"/>
            <a:ext cx="64008" cy="1325880"/>
          </a:xfrm>
          <a:prstGeom prst="rect">
            <a:avLst/>
          </a:prstGeom>
          <a:solidFill>
            <a:srgbClr val="DEDA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617720" y="5001768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C6C2BA"/>
                </a:solidFill>
                <a:latin typeface="Segoe UI Semibold"/>
              </a:rPr>
              <a:t>Pixels become strain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17720" y="5349240"/>
            <a:ext cx="30175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C6C2BA"/>
                </a:solidFill>
                <a:latin typeface="Segoe UI"/>
              </a:rPr>
              <a:t>Each frame, the marker spacing L is measured in pixels and compared with the frozen L₀ — strain = (L − L₀) / L₀, no millimetres needed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01000" y="4846320"/>
            <a:ext cx="33832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8001000" y="4846320"/>
            <a:ext cx="64008" cy="1325880"/>
          </a:xfrm>
          <a:prstGeom prst="rect">
            <a:avLst/>
          </a:prstGeom>
          <a:solidFill>
            <a:srgbClr val="DEDA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229600" y="5001768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C6C2BA"/>
                </a:solidFill>
                <a:latin typeface="Segoe UI Semibold"/>
              </a:rPr>
              <a:t>Live stress–strain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0" y="5349240"/>
            <a:ext cx="30175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C6C2BA"/>
                </a:solidFill>
                <a:latin typeface="Segoe UI"/>
              </a:rPr>
              <a:t>Load cell gives force, the camera gives strain — the stress–strain curve draws itself live during the pull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932688"/>
          </a:xfrm>
          <a:prstGeom prst="rect">
            <a:avLst/>
          </a:prstGeom>
          <a:solidFill>
            <a:srgbClr val="253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42415"/>
            <a:ext cx="146304" cy="5815584"/>
          </a:xfrm>
          <a:prstGeom prst="rect">
            <a:avLst/>
          </a:prstGeom>
          <a:solidFill>
            <a:srgbClr val="7C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ju_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" y="256032"/>
            <a:ext cx="905256" cy="40233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1265408" y="347472"/>
            <a:ext cx="118872" cy="118872"/>
          </a:xfrm>
          <a:prstGeom prst="rect">
            <a:avLst/>
          </a:prstGeom>
          <a:solidFill>
            <a:srgbClr val="253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489436" y="347472"/>
            <a:ext cx="118872" cy="118872"/>
          </a:xfrm>
          <a:prstGeom prst="rect">
            <a:avLst/>
          </a:prstGeom>
          <a:solidFill>
            <a:srgbClr val="B29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713464" y="347472"/>
            <a:ext cx="118872" cy="118872"/>
          </a:xfrm>
          <a:prstGeom prst="rect">
            <a:avLst/>
          </a:prstGeom>
          <a:solidFill>
            <a:srgbClr val="7C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786384"/>
            <a:ext cx="10424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B29E84"/>
                </a:solidFill>
                <a:latin typeface="Segoe UI Semibold"/>
              </a:rPr>
              <a:t>01 · BACKGROUND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1005840"/>
            <a:ext cx="108813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0" i="0">
                <a:solidFill>
                  <a:srgbClr val="253439"/>
                </a:solidFill>
                <a:latin typeface="Segoe UI Light"/>
              </a:rPr>
              <a:t>DIC — the camera is the strain gauge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1591056"/>
            <a:ext cx="855878" cy="50292"/>
          </a:xfrm>
          <a:prstGeom prst="rect">
            <a:avLst/>
          </a:prstGeom>
          <a:solidFill>
            <a:srgbClr val="253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633118" y="1591056"/>
            <a:ext cx="427939" cy="50292"/>
          </a:xfrm>
          <a:prstGeom prst="rect">
            <a:avLst/>
          </a:prstGeom>
          <a:solidFill>
            <a:srgbClr val="B29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061057" y="1591056"/>
            <a:ext cx="2008022" cy="50292"/>
          </a:xfrm>
          <a:prstGeom prst="rect">
            <a:avLst/>
          </a:prstGeom>
          <a:solidFill>
            <a:srgbClr val="7C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 rot="16200000">
            <a:off x="10625328" y="3310128"/>
            <a:ext cx="274320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7C898B"/>
                </a:solidFill>
                <a:latin typeface="Segoe UI Semibold"/>
              </a:rPr>
              <a:t>BACKGROUND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75720" y="6473952"/>
            <a:ext cx="5669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7C898B"/>
                </a:solidFill>
                <a:latin typeface="Segoe UI Semibold"/>
              </a:rPr>
              <a:t>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1810512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C6C2BA"/>
                </a:solidFill>
                <a:latin typeface="Segoe UI"/>
              </a:rPr>
              <a:t>DIC — Digital Image Correlation — measures how a part deforms by comparing photographs of its surface while it is loaded; here in its simplest two-dot form.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63040" y="2157984"/>
            <a:ext cx="9235440" cy="2542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ppd_pixe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9534" y="2249424"/>
            <a:ext cx="7822451" cy="2359152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777240" y="4846320"/>
            <a:ext cx="33832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77240" y="4846320"/>
            <a:ext cx="64008" cy="1325880"/>
          </a:xfrm>
          <a:prstGeom prst="rect">
            <a:avLst/>
          </a:prstGeom>
          <a:solidFill>
            <a:srgbClr val="DEDA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05840" y="5001768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C6C2BA"/>
                </a:solidFill>
                <a:latin typeface="Segoe UI Semibold"/>
              </a:rPr>
              <a:t>Contactless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5349240"/>
            <a:ext cx="30175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C6C2BA"/>
                </a:solidFill>
                <a:latin typeface="Segoe UI"/>
              </a:rPr>
              <a:t>No strain gauge glued on, no clip-on extensometer — nothing touches the specimen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89120" y="4846320"/>
            <a:ext cx="33832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389120" y="4846320"/>
            <a:ext cx="64008" cy="1325880"/>
          </a:xfrm>
          <a:prstGeom prst="rect">
            <a:avLst/>
          </a:prstGeom>
          <a:solidFill>
            <a:srgbClr val="B29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617720" y="5001768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253439"/>
                </a:solidFill>
                <a:latin typeface="Segoe UI Semibold"/>
              </a:rPr>
              <a:t>Pixels become strain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17720" y="5349240"/>
            <a:ext cx="30175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253439"/>
                </a:solidFill>
                <a:latin typeface="Segoe UI"/>
              </a:rPr>
              <a:t>Each frame, the marker spacing L is measured in pixels and compared with the frozen L₀ — strain = (L − L₀) / L₀, no millimetres needed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01000" y="4846320"/>
            <a:ext cx="33832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001000" y="4846320"/>
            <a:ext cx="64008" cy="1325880"/>
          </a:xfrm>
          <a:prstGeom prst="rect">
            <a:avLst/>
          </a:prstGeom>
          <a:solidFill>
            <a:srgbClr val="DEDA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229600" y="5001768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C6C2BA"/>
                </a:solidFill>
                <a:latin typeface="Segoe UI Semibold"/>
              </a:rPr>
              <a:t>Live stress–strain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5349240"/>
            <a:ext cx="30175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C6C2BA"/>
                </a:solidFill>
                <a:latin typeface="Segoe UI"/>
              </a:rPr>
              <a:t>Load cell gives force, the camera gives strain — the stress–strain curve draws itself live during the pull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932688"/>
          </a:xfrm>
          <a:prstGeom prst="rect">
            <a:avLst/>
          </a:prstGeom>
          <a:solidFill>
            <a:srgbClr val="253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42415"/>
            <a:ext cx="146304" cy="5815584"/>
          </a:xfrm>
          <a:prstGeom prst="rect">
            <a:avLst/>
          </a:prstGeom>
          <a:solidFill>
            <a:srgbClr val="7C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ju_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" y="256032"/>
            <a:ext cx="905256" cy="40233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1265408" y="347472"/>
            <a:ext cx="118872" cy="118872"/>
          </a:xfrm>
          <a:prstGeom prst="rect">
            <a:avLst/>
          </a:prstGeom>
          <a:solidFill>
            <a:srgbClr val="253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489436" y="347472"/>
            <a:ext cx="118872" cy="118872"/>
          </a:xfrm>
          <a:prstGeom prst="rect">
            <a:avLst/>
          </a:prstGeom>
          <a:solidFill>
            <a:srgbClr val="B29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713464" y="347472"/>
            <a:ext cx="118872" cy="118872"/>
          </a:xfrm>
          <a:prstGeom prst="rect">
            <a:avLst/>
          </a:prstGeom>
          <a:solidFill>
            <a:srgbClr val="7C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786384"/>
            <a:ext cx="10424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B29E84"/>
                </a:solidFill>
                <a:latin typeface="Segoe UI Semibold"/>
              </a:rPr>
              <a:t>01 · BACKGROUND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1005840"/>
            <a:ext cx="108813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0" i="0">
                <a:solidFill>
                  <a:srgbClr val="253439"/>
                </a:solidFill>
                <a:latin typeface="Segoe UI Light"/>
              </a:rPr>
              <a:t>DIC — the camera is the strain gauge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1591056"/>
            <a:ext cx="855878" cy="50292"/>
          </a:xfrm>
          <a:prstGeom prst="rect">
            <a:avLst/>
          </a:prstGeom>
          <a:solidFill>
            <a:srgbClr val="253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633118" y="1591056"/>
            <a:ext cx="427939" cy="50292"/>
          </a:xfrm>
          <a:prstGeom prst="rect">
            <a:avLst/>
          </a:prstGeom>
          <a:solidFill>
            <a:srgbClr val="B29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061057" y="1591056"/>
            <a:ext cx="2008022" cy="50292"/>
          </a:xfrm>
          <a:prstGeom prst="rect">
            <a:avLst/>
          </a:prstGeom>
          <a:solidFill>
            <a:srgbClr val="7C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 rot="16200000">
            <a:off x="10625328" y="3310128"/>
            <a:ext cx="274320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7C898B"/>
                </a:solidFill>
                <a:latin typeface="Segoe UI Semibold"/>
              </a:rPr>
              <a:t>BACKGROUND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75720" y="6473952"/>
            <a:ext cx="5669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7C898B"/>
                </a:solidFill>
                <a:latin typeface="Segoe UI Semibold"/>
              </a:rPr>
              <a:t>07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1810512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C6C2BA"/>
                </a:solidFill>
                <a:latin typeface="Segoe UI"/>
              </a:rPr>
              <a:t>DIC — Digital Image Correlation — measures how a part deforms by comparing photographs of its surface while it is loaded; here in its simplest two-dot form.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63040" y="2249424"/>
            <a:ext cx="9235440" cy="2212848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ppd_ui_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9168" y="2340864"/>
            <a:ext cx="6423182" cy="202996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463040" y="4535424"/>
            <a:ext cx="92354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7C898B"/>
                </a:solidFill>
                <a:latin typeface="Segoe UI"/>
              </a:rPr>
              <a:t>S26 · PLA — the curve exactly as the rig draws it live, one point per frame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4846320"/>
            <a:ext cx="33832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77240" y="4846320"/>
            <a:ext cx="64008" cy="1325880"/>
          </a:xfrm>
          <a:prstGeom prst="rect">
            <a:avLst/>
          </a:prstGeom>
          <a:solidFill>
            <a:srgbClr val="DEDA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05840" y="5001768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C6C2BA"/>
                </a:solidFill>
                <a:latin typeface="Segoe UI Semibold"/>
              </a:rPr>
              <a:t>Contactless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5349240"/>
            <a:ext cx="30175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C6C2BA"/>
                </a:solidFill>
                <a:latin typeface="Segoe UI"/>
              </a:rPr>
              <a:t>No strain gauge glued on, no clip-on extensometer — nothing touches the specimen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89120" y="4846320"/>
            <a:ext cx="33832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389120" y="4846320"/>
            <a:ext cx="64008" cy="1325880"/>
          </a:xfrm>
          <a:prstGeom prst="rect">
            <a:avLst/>
          </a:prstGeom>
          <a:solidFill>
            <a:srgbClr val="DEDA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617720" y="5001768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C6C2BA"/>
                </a:solidFill>
                <a:latin typeface="Segoe UI Semibold"/>
              </a:rPr>
              <a:t>Pixels become strain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17720" y="5349240"/>
            <a:ext cx="30175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C6C2BA"/>
                </a:solidFill>
                <a:latin typeface="Segoe UI"/>
              </a:rPr>
              <a:t>Each frame, the marker spacing L is measured in pixels and compared with the frozen L₀ — strain = (L − L₀) / L₀, no millimetres needed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01000" y="4846320"/>
            <a:ext cx="33832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001000" y="4846320"/>
            <a:ext cx="64008" cy="1325880"/>
          </a:xfrm>
          <a:prstGeom prst="rect">
            <a:avLst/>
          </a:prstGeom>
          <a:solidFill>
            <a:srgbClr val="B29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229600" y="5001768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253439"/>
                </a:solidFill>
                <a:latin typeface="Segoe UI Semibold"/>
              </a:rPr>
              <a:t>Live stress–strain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5349240"/>
            <a:ext cx="30175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253439"/>
                </a:solidFill>
                <a:latin typeface="Segoe UI"/>
              </a:rPr>
              <a:t>Load cell gives force, the camera gives strain — the stress–strain curve draws itself live during the pull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932688"/>
          </a:xfrm>
          <a:prstGeom prst="rect">
            <a:avLst/>
          </a:prstGeom>
          <a:solidFill>
            <a:srgbClr val="253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42415"/>
            <a:ext cx="146304" cy="5815584"/>
          </a:xfrm>
          <a:prstGeom prst="rect">
            <a:avLst/>
          </a:prstGeom>
          <a:solidFill>
            <a:srgbClr val="7C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ju_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" y="256032"/>
            <a:ext cx="905256" cy="40233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1265408" y="347472"/>
            <a:ext cx="118872" cy="118872"/>
          </a:xfrm>
          <a:prstGeom prst="rect">
            <a:avLst/>
          </a:prstGeom>
          <a:solidFill>
            <a:srgbClr val="253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489436" y="347472"/>
            <a:ext cx="118872" cy="118872"/>
          </a:xfrm>
          <a:prstGeom prst="rect">
            <a:avLst/>
          </a:prstGeom>
          <a:solidFill>
            <a:srgbClr val="B29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713464" y="347472"/>
            <a:ext cx="118872" cy="118872"/>
          </a:xfrm>
          <a:prstGeom prst="rect">
            <a:avLst/>
          </a:prstGeom>
          <a:solidFill>
            <a:srgbClr val="7C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786384"/>
            <a:ext cx="10424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B29E84"/>
                </a:solidFill>
                <a:latin typeface="Segoe UI Semibold"/>
              </a:rPr>
              <a:t>02 · THE BUILD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1005840"/>
            <a:ext cx="108813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0" i="0">
                <a:solidFill>
                  <a:srgbClr val="253439"/>
                </a:solidFill>
                <a:latin typeface="Segoe UI Light"/>
              </a:rPr>
              <a:t>DIC rig and Application built together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1591056"/>
            <a:ext cx="855878" cy="50292"/>
          </a:xfrm>
          <a:prstGeom prst="rect">
            <a:avLst/>
          </a:prstGeom>
          <a:solidFill>
            <a:srgbClr val="253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633118" y="1591056"/>
            <a:ext cx="427939" cy="50292"/>
          </a:xfrm>
          <a:prstGeom prst="rect">
            <a:avLst/>
          </a:prstGeom>
          <a:solidFill>
            <a:srgbClr val="B29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061057" y="1591056"/>
            <a:ext cx="2008022" cy="50292"/>
          </a:xfrm>
          <a:prstGeom prst="rect">
            <a:avLst/>
          </a:prstGeom>
          <a:solidFill>
            <a:srgbClr val="7C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 rot="16200000">
            <a:off x="10625328" y="3310128"/>
            <a:ext cx="274320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7C898B"/>
                </a:solidFill>
                <a:latin typeface="Segoe UI Semibold"/>
              </a:rPr>
              <a:t>THE 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75720" y="6473952"/>
            <a:ext cx="5669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7C898B"/>
                </a:solidFill>
                <a:latin typeface="Segoe UI Semibold"/>
              </a:rPr>
              <a:t>08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1828800"/>
            <a:ext cx="2788920" cy="3977639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UTM rig_12-08-26.jpg"/>
          <p:cNvPicPr>
            <a:picLocks noChangeAspect="1"/>
          </p:cNvPicPr>
          <p:nvPr/>
        </p:nvPicPr>
        <p:blipFill>
          <a:blip r:embed="rId4"/>
          <a:srcRect l="21282" r="18612"/>
          <a:stretch>
            <a:fillRect/>
          </a:stretch>
        </p:blipFill>
        <p:spPr>
          <a:xfrm>
            <a:off x="1252329" y="1903878"/>
            <a:ext cx="1725434" cy="382748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77240" y="5870448"/>
            <a:ext cx="2788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7C898B"/>
                </a:solidFill>
                <a:latin typeface="Segoe UI"/>
              </a:rPr>
              <a:t>the PPD-UTM DIC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86200" y="1847088"/>
            <a:ext cx="35661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B29E84"/>
                </a:solidFill>
                <a:latin typeface="Segoe UI Semibold"/>
              </a:rPr>
              <a:t>HARDWARE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86200" y="2194560"/>
            <a:ext cx="3520440" cy="7889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500"/>
              </a:spcAft>
            </a:pPr>
            <a:r>
              <a:rPr sz="1050" b="1" i="0" dirty="0">
                <a:solidFill>
                  <a:srgbClr val="B29E84"/>
                </a:solidFill>
                <a:latin typeface="Segoe UI"/>
              </a:rPr>
              <a:t>▪  </a:t>
            </a:r>
            <a:r>
              <a:rPr lang="en-GB" sz="1050" dirty="0">
                <a:solidFill>
                  <a:srgbClr val="253439"/>
                </a:solidFill>
                <a:latin typeface="Segoe UI"/>
              </a:rPr>
              <a:t>A</a:t>
            </a:r>
            <a:r>
              <a:rPr sz="1050" b="0" i="0" dirty="0" err="1">
                <a:solidFill>
                  <a:srgbClr val="253439"/>
                </a:solidFill>
                <a:latin typeface="Segoe UI"/>
              </a:rPr>
              <a:t>luminium</a:t>
            </a:r>
            <a:r>
              <a:rPr sz="1050" b="0" i="0" dirty="0">
                <a:solidFill>
                  <a:srgbClr val="253439"/>
                </a:solidFill>
                <a:latin typeface="Segoe UI"/>
              </a:rPr>
              <a:t>-profile frame — twin ball screws, brackets, load holders</a:t>
            </a:r>
          </a:p>
          <a:p>
            <a:pPr algn="l">
              <a:lnSpc>
                <a:spcPct val="104000"/>
              </a:lnSpc>
              <a:spcAft>
                <a:spcPts val="500"/>
              </a:spcAft>
            </a:pPr>
            <a:r>
              <a:rPr sz="1050" b="1" i="0" dirty="0">
                <a:solidFill>
                  <a:srgbClr val="B29E84"/>
                </a:solidFill>
                <a:latin typeface="Segoe UI"/>
              </a:rPr>
              <a:t>▪  </a:t>
            </a:r>
            <a:r>
              <a:rPr sz="1050" b="0" i="0" dirty="0">
                <a:solidFill>
                  <a:srgbClr val="253439"/>
                </a:solidFill>
                <a:latin typeface="Segoe UI"/>
              </a:rPr>
              <a:t>4.5 </a:t>
            </a:r>
            <a:r>
              <a:rPr sz="1050" b="0" i="0" dirty="0" err="1">
                <a:solidFill>
                  <a:srgbClr val="253439"/>
                </a:solidFill>
                <a:latin typeface="Segoe UI"/>
              </a:rPr>
              <a:t>kN</a:t>
            </a:r>
            <a:r>
              <a:rPr sz="1050" b="0" i="0" dirty="0">
                <a:solidFill>
                  <a:srgbClr val="253439"/>
                </a:solidFill>
                <a:latin typeface="Segoe UI"/>
              </a:rPr>
              <a:t> load cell, 3D-printed grips</a:t>
            </a:r>
          </a:p>
          <a:p>
            <a:pPr algn="l">
              <a:lnSpc>
                <a:spcPct val="104000"/>
              </a:lnSpc>
              <a:spcAft>
                <a:spcPts val="500"/>
              </a:spcAft>
            </a:pPr>
            <a:r>
              <a:rPr sz="1050" b="1" i="0" dirty="0">
                <a:solidFill>
                  <a:srgbClr val="B29E84"/>
                </a:solidFill>
                <a:latin typeface="Segoe UI"/>
              </a:rPr>
              <a:t>▪  </a:t>
            </a:r>
            <a:r>
              <a:rPr lang="en-GB" sz="1050" dirty="0">
                <a:solidFill>
                  <a:srgbClr val="253439"/>
                </a:solidFill>
                <a:latin typeface="Segoe UI"/>
              </a:rPr>
              <a:t>D</a:t>
            </a:r>
            <a:r>
              <a:rPr sz="1050" b="0" i="0" dirty="0">
                <a:solidFill>
                  <a:srgbClr val="253439"/>
                </a:solidFill>
                <a:latin typeface="Segoe UI"/>
              </a:rPr>
              <a:t>rive motors + their control electronics, emergency stops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26679" y="1847088"/>
            <a:ext cx="3657600" cy="3611880"/>
          </a:xfrm>
          <a:prstGeom prst="rect">
            <a:avLst/>
          </a:prstGeom>
          <a:solidFill>
            <a:srgbClr val="EFE6D8"/>
          </a:solidFill>
          <a:ln w="17780">
            <a:solidFill>
              <a:srgbClr val="B29E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726679" y="1847088"/>
            <a:ext cx="64008" cy="3611880"/>
          </a:xfrm>
          <a:prstGeom prst="rect">
            <a:avLst/>
          </a:prstGeom>
          <a:solidFill>
            <a:srgbClr val="B29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955279" y="1975104"/>
            <a:ext cx="32918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B29E84"/>
                </a:solidFill>
                <a:latin typeface="Segoe UI Semibold"/>
              </a:rPr>
              <a:t>SOFTWARE — BUILT IN-HOUSE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79" y="2340864"/>
            <a:ext cx="3310128" cy="13017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500"/>
              </a:spcAft>
            </a:pPr>
            <a:r>
              <a:rPr sz="1000" b="1" i="0" dirty="0">
                <a:solidFill>
                  <a:srgbClr val="B29E84"/>
                </a:solidFill>
                <a:latin typeface="Segoe UI"/>
              </a:rPr>
              <a:t>▪  </a:t>
            </a:r>
            <a:r>
              <a:rPr lang="en-GB" sz="1000" dirty="0">
                <a:solidFill>
                  <a:srgbClr val="253439"/>
                </a:solidFill>
                <a:latin typeface="Segoe UI"/>
              </a:rPr>
              <a:t>O</a:t>
            </a:r>
            <a:r>
              <a:rPr sz="1000" b="0" i="0" dirty="0">
                <a:solidFill>
                  <a:srgbClr val="253439"/>
                </a:solidFill>
                <a:latin typeface="Segoe UI"/>
              </a:rPr>
              <a:t>ne PyQt6 application runs the whole test — written line by line in this project</a:t>
            </a:r>
          </a:p>
          <a:p>
            <a:pPr algn="l">
              <a:lnSpc>
                <a:spcPct val="104000"/>
              </a:lnSpc>
              <a:spcAft>
                <a:spcPts val="500"/>
              </a:spcAft>
            </a:pPr>
            <a:r>
              <a:rPr sz="1000" b="1" i="0" dirty="0">
                <a:solidFill>
                  <a:srgbClr val="B29E84"/>
                </a:solidFill>
                <a:latin typeface="Segoe UI"/>
              </a:rPr>
              <a:t>▪  </a:t>
            </a:r>
            <a:r>
              <a:rPr sz="1000" b="0" i="0" dirty="0">
                <a:solidFill>
                  <a:srgbClr val="253439"/>
                </a:solidFill>
                <a:latin typeface="Segoe UI"/>
              </a:rPr>
              <a:t>OpenCV does the seeing: thresholding, blob detection, sub-pixel centroids</a:t>
            </a:r>
          </a:p>
          <a:p>
            <a:pPr algn="l">
              <a:lnSpc>
                <a:spcPct val="104000"/>
              </a:lnSpc>
              <a:spcAft>
                <a:spcPts val="500"/>
              </a:spcAft>
            </a:pPr>
            <a:r>
              <a:rPr sz="1000" b="1" i="0" dirty="0">
                <a:solidFill>
                  <a:srgbClr val="B29E84"/>
                </a:solidFill>
                <a:latin typeface="Segoe UI"/>
              </a:rPr>
              <a:t>▪  </a:t>
            </a:r>
            <a:r>
              <a:rPr lang="en-GB" sz="1000" dirty="0">
                <a:solidFill>
                  <a:srgbClr val="253439"/>
                </a:solidFill>
                <a:latin typeface="Segoe UI"/>
              </a:rPr>
              <a:t>L</a:t>
            </a:r>
            <a:r>
              <a:rPr sz="1000" b="0" i="0" dirty="0" err="1">
                <a:solidFill>
                  <a:srgbClr val="253439"/>
                </a:solidFill>
                <a:latin typeface="Segoe UI"/>
              </a:rPr>
              <a:t>ive</a:t>
            </a:r>
            <a:r>
              <a:rPr sz="1000" b="0" i="0" dirty="0">
                <a:solidFill>
                  <a:srgbClr val="253439"/>
                </a:solidFill>
                <a:latin typeface="Segoe UI"/>
              </a:rPr>
              <a:t> DIC strain at ≈20 fps (measured — the exposure sets it), six closed-loop protocols</a:t>
            </a:r>
          </a:p>
          <a:p>
            <a:pPr algn="l">
              <a:lnSpc>
                <a:spcPct val="104000"/>
              </a:lnSpc>
              <a:spcAft>
                <a:spcPts val="500"/>
              </a:spcAft>
            </a:pPr>
            <a:r>
              <a:rPr sz="1000" b="1" i="0" dirty="0">
                <a:solidFill>
                  <a:srgbClr val="B29E84"/>
                </a:solidFill>
                <a:latin typeface="Segoe UI"/>
              </a:rPr>
              <a:t>▪  </a:t>
            </a:r>
            <a:r>
              <a:rPr sz="1000" b="0" i="0" dirty="0">
                <a:solidFill>
                  <a:srgbClr val="253439"/>
                </a:solidFill>
                <a:latin typeface="Segoe UI"/>
              </a:rPr>
              <a:t>20 smart features, each automated behind a single click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2EED6AE-0EBC-8C24-E459-6A17FFA0162A}"/>
              </a:ext>
            </a:extLst>
          </p:cNvPr>
          <p:cNvGrpSpPr/>
          <p:nvPr/>
        </p:nvGrpSpPr>
        <p:grpSpPr>
          <a:xfrm>
            <a:off x="3863340" y="3108164"/>
            <a:ext cx="3611880" cy="676656"/>
            <a:chOff x="3840480" y="3950208"/>
            <a:chExt cx="3611880" cy="676656"/>
          </a:xfrm>
        </p:grpSpPr>
        <p:sp>
          <p:nvSpPr>
            <p:cNvPr id="21" name="Rectangle 20"/>
            <p:cNvSpPr/>
            <p:nvPr/>
          </p:nvSpPr>
          <p:spPr>
            <a:xfrm>
              <a:off x="3840480" y="3950208"/>
              <a:ext cx="3611880" cy="453425"/>
            </a:xfrm>
            <a:prstGeom prst="rect">
              <a:avLst/>
            </a:prstGeom>
            <a:solidFill>
              <a:srgbClr val="EFE6D8"/>
            </a:solidFill>
            <a:ln w="12700">
              <a:solidFill>
                <a:srgbClr val="B29E8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3886200" y="4023360"/>
              <a:ext cx="3520440" cy="60350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1050" b="1" i="0" dirty="0">
                  <a:solidFill>
                    <a:srgbClr val="B29E84"/>
                  </a:solidFill>
                  <a:latin typeface="Segoe UI"/>
                </a:rPr>
                <a:t>▪  </a:t>
              </a:r>
              <a:r>
                <a:rPr sz="1050" b="1" i="0" dirty="0">
                  <a:solidFill>
                    <a:srgbClr val="253439"/>
                  </a:solidFill>
                  <a:latin typeface="Segoe UI"/>
                </a:rPr>
                <a:t>Basler camera · LED panels · light enclosure</a:t>
              </a:r>
              <a:r>
                <a:rPr sz="1050" b="0" i="0" dirty="0">
                  <a:solidFill>
                    <a:srgbClr val="7C898B"/>
                  </a:solidFill>
                  <a:latin typeface="Segoe UI"/>
                </a:rPr>
                <a:t> — the DIC eye, and the hardware I worked on most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932688"/>
          </a:xfrm>
          <a:prstGeom prst="rect">
            <a:avLst/>
          </a:prstGeom>
          <a:solidFill>
            <a:srgbClr val="253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42415"/>
            <a:ext cx="146304" cy="5815584"/>
          </a:xfrm>
          <a:prstGeom prst="rect">
            <a:avLst/>
          </a:prstGeom>
          <a:solidFill>
            <a:srgbClr val="7C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ju_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" y="256032"/>
            <a:ext cx="905256" cy="40233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1265408" y="347472"/>
            <a:ext cx="118872" cy="118872"/>
          </a:xfrm>
          <a:prstGeom prst="rect">
            <a:avLst/>
          </a:prstGeom>
          <a:solidFill>
            <a:srgbClr val="253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489436" y="347472"/>
            <a:ext cx="118872" cy="118872"/>
          </a:xfrm>
          <a:prstGeom prst="rect">
            <a:avLst/>
          </a:prstGeom>
          <a:solidFill>
            <a:srgbClr val="B29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713464" y="347472"/>
            <a:ext cx="118872" cy="118872"/>
          </a:xfrm>
          <a:prstGeom prst="rect">
            <a:avLst/>
          </a:prstGeom>
          <a:solidFill>
            <a:srgbClr val="7C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786384"/>
            <a:ext cx="10424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B29E84"/>
                </a:solidFill>
                <a:latin typeface="Segoe UI Semibold"/>
              </a:rPr>
              <a:t>02 · THE BUILD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1005840"/>
            <a:ext cx="10881360" cy="4462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GB" sz="2900" b="0" i="0" dirty="0">
                <a:solidFill>
                  <a:srgbClr val="253439"/>
                </a:solidFill>
                <a:latin typeface="Segoe UI Light"/>
              </a:rPr>
              <a:t>20 Smart Features - rig does on its own</a:t>
            </a:r>
            <a:endParaRPr sz="2900" b="0" i="0" dirty="0">
              <a:solidFill>
                <a:srgbClr val="253439"/>
              </a:solidFill>
              <a:latin typeface="Segoe UI Light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77240" y="1591056"/>
            <a:ext cx="855878" cy="50292"/>
          </a:xfrm>
          <a:prstGeom prst="rect">
            <a:avLst/>
          </a:prstGeom>
          <a:solidFill>
            <a:srgbClr val="253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633118" y="1591056"/>
            <a:ext cx="427939" cy="50292"/>
          </a:xfrm>
          <a:prstGeom prst="rect">
            <a:avLst/>
          </a:prstGeom>
          <a:solidFill>
            <a:srgbClr val="B29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061057" y="1591056"/>
            <a:ext cx="2008022" cy="50292"/>
          </a:xfrm>
          <a:prstGeom prst="rect">
            <a:avLst/>
          </a:prstGeom>
          <a:solidFill>
            <a:srgbClr val="7C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 rot="16200000">
            <a:off x="10625328" y="3310128"/>
            <a:ext cx="274320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7C898B"/>
                </a:solidFill>
                <a:latin typeface="Segoe UI Semibold"/>
              </a:rPr>
              <a:t>THE 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75720" y="6473952"/>
            <a:ext cx="5669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7C898B"/>
                </a:solidFill>
                <a:latin typeface="Segoe UI Semibold"/>
              </a:rPr>
              <a:t>09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1920240"/>
            <a:ext cx="2587752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77240" y="1920240"/>
            <a:ext cx="45720" cy="749808"/>
          </a:xfrm>
          <a:prstGeom prst="rect">
            <a:avLst/>
          </a:prstGeom>
          <a:solidFill>
            <a:srgbClr val="7C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23544" y="2011680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B29E84"/>
                </a:solidFill>
                <a:latin typeface="Segoe UI Semibold"/>
              </a:rPr>
              <a:t>SF1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" y="2212848"/>
            <a:ext cx="23317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53439"/>
                </a:solidFill>
                <a:latin typeface="Segoe UI"/>
              </a:rPr>
              <a:t>DIC health HUD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74720" y="1920240"/>
            <a:ext cx="2587752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474720" y="1920240"/>
            <a:ext cx="45720" cy="749808"/>
          </a:xfrm>
          <a:prstGeom prst="rect">
            <a:avLst/>
          </a:prstGeom>
          <a:solidFill>
            <a:srgbClr val="7C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621024" y="2011680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B29E84"/>
                </a:solidFill>
                <a:latin typeface="Segoe UI Semibold"/>
              </a:rPr>
              <a:t>SF2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21024" y="2212848"/>
            <a:ext cx="23317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53439"/>
                </a:solidFill>
                <a:latin typeface="Segoe UI"/>
              </a:rPr>
              <a:t>Prepare specimen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72200" y="1920240"/>
            <a:ext cx="2587752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172200" y="1920240"/>
            <a:ext cx="45720" cy="749808"/>
          </a:xfrm>
          <a:prstGeom prst="rect">
            <a:avLst/>
          </a:prstGeom>
          <a:solidFill>
            <a:srgbClr val="7C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18504" y="2011680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B29E84"/>
                </a:solidFill>
                <a:latin typeface="Segoe UI Semibold"/>
              </a:rPr>
              <a:t>SF3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18504" y="2212848"/>
            <a:ext cx="23317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53439"/>
                </a:solidFill>
                <a:latin typeface="Segoe UI"/>
              </a:rPr>
              <a:t>Settings / recipes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69680" y="1920240"/>
            <a:ext cx="2587752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869680" y="1920240"/>
            <a:ext cx="45720" cy="749808"/>
          </a:xfrm>
          <a:prstGeom prst="rect">
            <a:avLst/>
          </a:prstGeom>
          <a:solidFill>
            <a:srgbClr val="7C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015984" y="2011680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B29E84"/>
                </a:solidFill>
                <a:latin typeface="Segoe UI Semibold"/>
              </a:rPr>
              <a:t>SF4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15984" y="2212848"/>
            <a:ext cx="23317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53439"/>
                </a:solidFill>
                <a:latin typeface="Segoe UI"/>
              </a:rPr>
              <a:t>1-click PDF report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7240" y="2798064"/>
            <a:ext cx="2587752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777240" y="2798064"/>
            <a:ext cx="45720" cy="749808"/>
          </a:xfrm>
          <a:prstGeom prst="rect">
            <a:avLst/>
          </a:prstGeom>
          <a:solidFill>
            <a:srgbClr val="7C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23544" y="2889504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B29E84"/>
                </a:solidFill>
                <a:latin typeface="Segoe UI Semibold"/>
              </a:rPr>
              <a:t>SF5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3544" y="3090672"/>
            <a:ext cx="23317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53439"/>
                </a:solidFill>
                <a:latin typeface="Segoe UI"/>
              </a:rPr>
              <a:t>Auto-stop at fracture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474720" y="2798064"/>
            <a:ext cx="2587752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3474720" y="2798064"/>
            <a:ext cx="45720" cy="749808"/>
          </a:xfrm>
          <a:prstGeom prst="rect">
            <a:avLst/>
          </a:prstGeom>
          <a:solidFill>
            <a:srgbClr val="7C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621024" y="2889504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B29E84"/>
                </a:solidFill>
                <a:latin typeface="Segoe UI Semibold"/>
              </a:rPr>
              <a:t>SF6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21024" y="3090672"/>
            <a:ext cx="23317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53439"/>
                </a:solidFill>
                <a:latin typeface="Segoe UI"/>
              </a:rPr>
              <a:t>Strain-rate control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72200" y="2798064"/>
            <a:ext cx="2587752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172200" y="2798064"/>
            <a:ext cx="45720" cy="749808"/>
          </a:xfrm>
          <a:prstGeom prst="rect">
            <a:avLst/>
          </a:prstGeom>
          <a:solidFill>
            <a:srgbClr val="7C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318504" y="2889504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B29E84"/>
                </a:solidFill>
                <a:latin typeface="Segoe UI Semibold"/>
              </a:rPr>
              <a:t>SF7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18504" y="3090672"/>
            <a:ext cx="23317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53439"/>
                </a:solidFill>
                <a:latin typeface="Segoe UI"/>
              </a:rPr>
              <a:t>Stall guard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869680" y="2798064"/>
            <a:ext cx="2587752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8869680" y="2798064"/>
            <a:ext cx="45720" cy="749808"/>
          </a:xfrm>
          <a:prstGeom prst="rect">
            <a:avLst/>
          </a:prstGeom>
          <a:solidFill>
            <a:srgbClr val="7C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015984" y="2889504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B29E84"/>
                </a:solidFill>
                <a:latin typeface="Segoe UI Semibold"/>
              </a:rPr>
              <a:t>SF8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15984" y="3090672"/>
            <a:ext cx="23317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53439"/>
                </a:solidFill>
                <a:latin typeface="Segoe UI"/>
              </a:rPr>
              <a:t>Release load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77240" y="3675887"/>
            <a:ext cx="2587752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777240" y="3675887"/>
            <a:ext cx="45720" cy="749808"/>
          </a:xfrm>
          <a:prstGeom prst="rect">
            <a:avLst/>
          </a:prstGeom>
          <a:solidFill>
            <a:srgbClr val="7C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923544" y="3767327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B29E84"/>
                </a:solidFill>
                <a:latin typeface="Segoe UI Semibold"/>
              </a:rPr>
              <a:t>SF9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3544" y="3968496"/>
            <a:ext cx="23317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53439"/>
                </a:solidFill>
                <a:latin typeface="Segoe UI"/>
              </a:rPr>
              <a:t>Advanced test modes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474720" y="3675887"/>
            <a:ext cx="2587752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3474720" y="3675887"/>
            <a:ext cx="45720" cy="749808"/>
          </a:xfrm>
          <a:prstGeom prst="rect">
            <a:avLst/>
          </a:prstGeom>
          <a:solidFill>
            <a:srgbClr val="7C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3621024" y="3767327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B29E84"/>
                </a:solidFill>
                <a:latin typeface="Segoe UI Semibold"/>
              </a:rPr>
              <a:t>SF10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621024" y="3968496"/>
            <a:ext cx="23317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53439"/>
                </a:solidFill>
                <a:latin typeface="Segoe UI"/>
              </a:rPr>
              <a:t>Auto-preload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172200" y="3675887"/>
            <a:ext cx="2587752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6172200" y="3675887"/>
            <a:ext cx="45720" cy="749808"/>
          </a:xfrm>
          <a:prstGeom prst="rect">
            <a:avLst/>
          </a:prstGeom>
          <a:solidFill>
            <a:srgbClr val="7C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318504" y="3767327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B29E84"/>
                </a:solidFill>
                <a:latin typeface="Segoe UI Semibold"/>
              </a:rPr>
              <a:t>SF11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318504" y="3968496"/>
            <a:ext cx="23317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53439"/>
                </a:solidFill>
                <a:latin typeface="Segoe UI"/>
              </a:rPr>
              <a:t>Auto-metadata link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869680" y="3675887"/>
            <a:ext cx="2587752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8869680" y="3675887"/>
            <a:ext cx="45720" cy="749808"/>
          </a:xfrm>
          <a:prstGeom prst="rect">
            <a:avLst/>
          </a:prstGeom>
          <a:solidFill>
            <a:srgbClr val="7C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9015984" y="3767327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B29E84"/>
                </a:solidFill>
                <a:latin typeface="Segoe UI Semibold"/>
              </a:rPr>
              <a:t>SF12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015984" y="3968496"/>
            <a:ext cx="23317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53439"/>
                </a:solidFill>
                <a:latin typeface="Segoe UI"/>
              </a:rPr>
              <a:t>DIC auto-calibrate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77240" y="4553712"/>
            <a:ext cx="2587752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777240" y="4553712"/>
            <a:ext cx="45720" cy="749808"/>
          </a:xfrm>
          <a:prstGeom prst="rect">
            <a:avLst/>
          </a:prstGeom>
          <a:solidFill>
            <a:srgbClr val="7C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923544" y="4645152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B29E84"/>
                </a:solidFill>
                <a:latin typeface="Segoe UI Semibold"/>
              </a:rPr>
              <a:t>SF13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23544" y="4846320"/>
            <a:ext cx="23317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53439"/>
                </a:solidFill>
                <a:latin typeface="Segoe UI"/>
              </a:rPr>
              <a:t>Guided wizard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474720" y="4553712"/>
            <a:ext cx="2587752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3474720" y="4553712"/>
            <a:ext cx="45720" cy="749808"/>
          </a:xfrm>
          <a:prstGeom prst="rect">
            <a:avLst/>
          </a:prstGeom>
          <a:solidFill>
            <a:srgbClr val="7C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3621024" y="4645152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B29E84"/>
                </a:solidFill>
                <a:latin typeface="Segoe UI Semibold"/>
              </a:rPr>
              <a:t>SF14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621024" y="4846320"/>
            <a:ext cx="23317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53439"/>
                </a:solidFill>
                <a:latin typeface="Segoe UI"/>
              </a:rPr>
              <a:t>Test registry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172200" y="4553712"/>
            <a:ext cx="2587752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6172200" y="4553712"/>
            <a:ext cx="45720" cy="749808"/>
          </a:xfrm>
          <a:prstGeom prst="rect">
            <a:avLst/>
          </a:prstGeom>
          <a:solidFill>
            <a:srgbClr val="7C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6318504" y="4645152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B29E84"/>
                </a:solidFill>
                <a:latin typeface="Segoe UI Semibold"/>
              </a:rPr>
              <a:t>SF15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318504" y="4846320"/>
            <a:ext cx="23317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53439"/>
                </a:solidFill>
                <a:latin typeface="Segoe UI"/>
              </a:rPr>
              <a:t>Dead-DIC guard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869680" y="4553712"/>
            <a:ext cx="2587752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8869680" y="4553712"/>
            <a:ext cx="45720" cy="749808"/>
          </a:xfrm>
          <a:prstGeom prst="rect">
            <a:avLst/>
          </a:prstGeom>
          <a:solidFill>
            <a:srgbClr val="7C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9015984" y="4645152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B29E84"/>
                </a:solidFill>
                <a:latin typeface="Segoe UI Semibold"/>
              </a:rPr>
              <a:t>SF16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015984" y="4846320"/>
            <a:ext cx="23317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53439"/>
                </a:solidFill>
                <a:latin typeface="Segoe UI"/>
              </a:rPr>
              <a:t>Live Px₀ overlay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77240" y="5431536"/>
            <a:ext cx="2587752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ectangle 80"/>
          <p:cNvSpPr/>
          <p:nvPr/>
        </p:nvSpPr>
        <p:spPr>
          <a:xfrm>
            <a:off x="777240" y="5431536"/>
            <a:ext cx="45720" cy="749808"/>
          </a:xfrm>
          <a:prstGeom prst="rect">
            <a:avLst/>
          </a:prstGeom>
          <a:solidFill>
            <a:srgbClr val="7C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923544" y="5522975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B29E84"/>
                </a:solidFill>
                <a:latin typeface="Segoe UI Semibold"/>
              </a:rPr>
              <a:t>SF17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23544" y="5724144"/>
            <a:ext cx="23317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53439"/>
                </a:solidFill>
                <a:latin typeface="Segoe UI"/>
              </a:rPr>
              <a:t>Video + stills capture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474720" y="5431536"/>
            <a:ext cx="2587752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ectangle 84"/>
          <p:cNvSpPr/>
          <p:nvPr/>
        </p:nvSpPr>
        <p:spPr>
          <a:xfrm>
            <a:off x="3474720" y="5431536"/>
            <a:ext cx="45720" cy="749808"/>
          </a:xfrm>
          <a:prstGeom prst="rect">
            <a:avLst/>
          </a:prstGeom>
          <a:solidFill>
            <a:srgbClr val="7C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3621024" y="5522975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B29E84"/>
                </a:solidFill>
                <a:latin typeface="Segoe UI Semibold"/>
              </a:rPr>
              <a:t>SF18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621024" y="5724144"/>
            <a:ext cx="23317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53439"/>
                </a:solidFill>
                <a:latin typeface="Segoe UI"/>
              </a:rPr>
              <a:t>DIC post-processing</a:t>
            </a:r>
          </a:p>
        </p:txBody>
      </p:sp>
      <p:sp>
        <p:nvSpPr>
          <p:cNvPr id="88" name="Rectangle 87"/>
          <p:cNvSpPr/>
          <p:nvPr/>
        </p:nvSpPr>
        <p:spPr>
          <a:xfrm>
            <a:off x="6172200" y="5431536"/>
            <a:ext cx="2587752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ectangle 88"/>
          <p:cNvSpPr/>
          <p:nvPr/>
        </p:nvSpPr>
        <p:spPr>
          <a:xfrm>
            <a:off x="6172200" y="5431536"/>
            <a:ext cx="45720" cy="749808"/>
          </a:xfrm>
          <a:prstGeom prst="rect">
            <a:avLst/>
          </a:prstGeom>
          <a:solidFill>
            <a:srgbClr val="7C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6318504" y="5522975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B29E84"/>
                </a:solidFill>
                <a:latin typeface="Segoe UI Semibold"/>
              </a:rPr>
              <a:t>SF19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318504" y="5724144"/>
            <a:ext cx="23317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53439"/>
                </a:solidFill>
                <a:latin typeface="Segoe UI"/>
              </a:rPr>
              <a:t>Noise capture</a:t>
            </a:r>
          </a:p>
        </p:txBody>
      </p:sp>
      <p:sp>
        <p:nvSpPr>
          <p:cNvPr id="92" name="Rectangle 91"/>
          <p:cNvSpPr/>
          <p:nvPr/>
        </p:nvSpPr>
        <p:spPr>
          <a:xfrm>
            <a:off x="8869680" y="5431536"/>
            <a:ext cx="2587752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Rectangle 92"/>
          <p:cNvSpPr/>
          <p:nvPr/>
        </p:nvSpPr>
        <p:spPr>
          <a:xfrm>
            <a:off x="8869680" y="5431536"/>
            <a:ext cx="45720" cy="749808"/>
          </a:xfrm>
          <a:prstGeom prst="rect">
            <a:avLst/>
          </a:prstGeom>
          <a:solidFill>
            <a:srgbClr val="7C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9015984" y="5522975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B29E84"/>
                </a:solidFill>
                <a:latin typeface="Segoe UI Semibold"/>
              </a:rPr>
              <a:t>SF20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015984" y="5724144"/>
            <a:ext cx="23317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53439"/>
                </a:solidFill>
                <a:latin typeface="Segoe UI"/>
              </a:rPr>
              <a:t>Manual blob selection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77240" y="6400800"/>
            <a:ext cx="1060704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 dirty="0">
                <a:solidFill>
                  <a:srgbClr val="7C898B"/>
                </a:solidFill>
                <a:latin typeface="Segoe UI"/>
              </a:rPr>
              <a:t>each of these has its own evidence page in the </a:t>
            </a:r>
            <a:r>
              <a:rPr lang="en-GB" sz="1000" b="0" i="0" dirty="0">
                <a:solidFill>
                  <a:srgbClr val="7C898B"/>
                </a:solidFill>
                <a:latin typeface="Segoe UI"/>
              </a:rPr>
              <a:t>final </a:t>
            </a:r>
            <a:r>
              <a:rPr sz="1000" b="0" i="0" dirty="0">
                <a:solidFill>
                  <a:srgbClr val="7C898B"/>
                </a:solidFill>
                <a:latin typeface="Segoe UI"/>
              </a:rPr>
              <a:t>project deck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932688"/>
          </a:xfrm>
          <a:prstGeom prst="rect">
            <a:avLst/>
          </a:prstGeom>
          <a:solidFill>
            <a:srgbClr val="253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42415"/>
            <a:ext cx="146304" cy="5815584"/>
          </a:xfrm>
          <a:prstGeom prst="rect">
            <a:avLst/>
          </a:prstGeom>
          <a:solidFill>
            <a:srgbClr val="7C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ju_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" y="256032"/>
            <a:ext cx="905256" cy="40233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1265408" y="347472"/>
            <a:ext cx="118872" cy="118872"/>
          </a:xfrm>
          <a:prstGeom prst="rect">
            <a:avLst/>
          </a:prstGeom>
          <a:solidFill>
            <a:srgbClr val="253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489436" y="347472"/>
            <a:ext cx="118872" cy="118872"/>
          </a:xfrm>
          <a:prstGeom prst="rect">
            <a:avLst/>
          </a:prstGeom>
          <a:solidFill>
            <a:srgbClr val="B29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713464" y="347472"/>
            <a:ext cx="118872" cy="118872"/>
          </a:xfrm>
          <a:prstGeom prst="rect">
            <a:avLst/>
          </a:prstGeom>
          <a:solidFill>
            <a:srgbClr val="7C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786384"/>
            <a:ext cx="10424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B29E84"/>
                </a:solidFill>
                <a:latin typeface="Segoe UI Semibold"/>
              </a:rPr>
              <a:t>02 · THE BUILD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1005840"/>
            <a:ext cx="108813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0" i="0" dirty="0">
                <a:solidFill>
                  <a:srgbClr val="253439"/>
                </a:solidFill>
                <a:latin typeface="Segoe UI Light"/>
              </a:rPr>
              <a:t>3 of my best picks for the smart features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1591056"/>
            <a:ext cx="855878" cy="50292"/>
          </a:xfrm>
          <a:prstGeom prst="rect">
            <a:avLst/>
          </a:prstGeom>
          <a:solidFill>
            <a:srgbClr val="253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633118" y="1591056"/>
            <a:ext cx="427939" cy="50292"/>
          </a:xfrm>
          <a:prstGeom prst="rect">
            <a:avLst/>
          </a:prstGeom>
          <a:solidFill>
            <a:srgbClr val="B29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061057" y="1591056"/>
            <a:ext cx="2008022" cy="50292"/>
          </a:xfrm>
          <a:prstGeom prst="rect">
            <a:avLst/>
          </a:prstGeom>
          <a:solidFill>
            <a:srgbClr val="7C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 rot="16200000">
            <a:off x="10625328" y="3310128"/>
            <a:ext cx="274320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7C898B"/>
                </a:solidFill>
                <a:latin typeface="Segoe UI Semibold"/>
              </a:rPr>
              <a:t>THE 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75720" y="6473952"/>
            <a:ext cx="5669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7C898B"/>
                </a:solidFill>
                <a:latin typeface="Segoe UI Semibold"/>
              </a:rPr>
              <a:t>10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1920240"/>
            <a:ext cx="2587752" cy="749808"/>
          </a:xfrm>
          <a:prstGeom prst="rect">
            <a:avLst/>
          </a:prstGeom>
          <a:solidFill>
            <a:srgbClr val="F6F4F1"/>
          </a:solidFill>
          <a:ln w="12700">
            <a:solidFill>
              <a:srgbClr val="DE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05256" y="2011680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DEDAD2"/>
                </a:solidFill>
                <a:latin typeface="Segoe UI Semibold"/>
              </a:rPr>
              <a:t>SF1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2212848"/>
            <a:ext cx="23317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DEDAD2"/>
                </a:solidFill>
                <a:latin typeface="Segoe UI"/>
              </a:rPr>
              <a:t>DIC health HUD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74720" y="1920240"/>
            <a:ext cx="2587752" cy="749808"/>
          </a:xfrm>
          <a:prstGeom prst="rect">
            <a:avLst/>
          </a:prstGeom>
          <a:solidFill>
            <a:srgbClr val="F6F4F1"/>
          </a:solidFill>
          <a:ln w="12700">
            <a:solidFill>
              <a:srgbClr val="DE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602736" y="2011680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DEDAD2"/>
                </a:solidFill>
                <a:latin typeface="Segoe UI Semibold"/>
              </a:rPr>
              <a:t>SF2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02736" y="2212848"/>
            <a:ext cx="23317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DEDAD2"/>
                </a:solidFill>
                <a:latin typeface="Segoe UI"/>
              </a:rPr>
              <a:t>Prepare specimen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2200" y="1920240"/>
            <a:ext cx="2587752" cy="749808"/>
          </a:xfrm>
          <a:prstGeom prst="rect">
            <a:avLst/>
          </a:prstGeom>
          <a:solidFill>
            <a:srgbClr val="F6F4F1"/>
          </a:solidFill>
          <a:ln w="12700">
            <a:solidFill>
              <a:srgbClr val="DE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00216" y="2011680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DEDAD2"/>
                </a:solidFill>
                <a:latin typeface="Segoe UI Semibold"/>
              </a:rPr>
              <a:t>SF3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0216" y="2212848"/>
            <a:ext cx="23317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DEDAD2"/>
                </a:solidFill>
                <a:latin typeface="Segoe UI"/>
              </a:rPr>
              <a:t>Settings / recipes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69680" y="1920240"/>
            <a:ext cx="2587752" cy="749808"/>
          </a:xfrm>
          <a:prstGeom prst="rect">
            <a:avLst/>
          </a:prstGeom>
          <a:solidFill>
            <a:srgbClr val="F6F4F1"/>
          </a:solidFill>
          <a:ln w="12700">
            <a:solidFill>
              <a:srgbClr val="DE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997696" y="2011680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DEDAD2"/>
                </a:solidFill>
                <a:latin typeface="Segoe UI Semibold"/>
              </a:rPr>
              <a:t>SF4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97696" y="2212848"/>
            <a:ext cx="23317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DEDAD2"/>
                </a:solidFill>
                <a:latin typeface="Segoe UI"/>
              </a:rPr>
              <a:t>1-click PDF report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474720" y="2798064"/>
            <a:ext cx="2587752" cy="749808"/>
          </a:xfrm>
          <a:prstGeom prst="rect">
            <a:avLst/>
          </a:prstGeom>
          <a:solidFill>
            <a:srgbClr val="F6F4F1"/>
          </a:solidFill>
          <a:ln w="12700">
            <a:solidFill>
              <a:srgbClr val="DE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602736" y="2889504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DEDAD2"/>
                </a:solidFill>
                <a:latin typeface="Segoe UI Semibold"/>
              </a:rPr>
              <a:t>SF6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02736" y="3090672"/>
            <a:ext cx="23317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DEDAD2"/>
                </a:solidFill>
                <a:latin typeface="Segoe UI"/>
              </a:rPr>
              <a:t>Strain-rate control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72200" y="2798064"/>
            <a:ext cx="2587752" cy="749808"/>
          </a:xfrm>
          <a:prstGeom prst="rect">
            <a:avLst/>
          </a:prstGeom>
          <a:solidFill>
            <a:srgbClr val="F6F4F1"/>
          </a:solidFill>
          <a:ln w="12700">
            <a:solidFill>
              <a:srgbClr val="DE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300216" y="2889504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DEDAD2"/>
                </a:solidFill>
                <a:latin typeface="Segoe UI Semibold"/>
              </a:rPr>
              <a:t>SF7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0216" y="3090672"/>
            <a:ext cx="23317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DEDAD2"/>
                </a:solidFill>
                <a:latin typeface="Segoe UI"/>
              </a:rPr>
              <a:t>Stall guard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69680" y="2798064"/>
            <a:ext cx="2587752" cy="749808"/>
          </a:xfrm>
          <a:prstGeom prst="rect">
            <a:avLst/>
          </a:prstGeom>
          <a:solidFill>
            <a:srgbClr val="F6F4F1"/>
          </a:solidFill>
          <a:ln w="12700">
            <a:solidFill>
              <a:srgbClr val="DE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997696" y="2889504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DEDAD2"/>
                </a:solidFill>
                <a:latin typeface="Segoe UI Semibold"/>
              </a:rPr>
              <a:t>SF8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97696" y="3090672"/>
            <a:ext cx="23317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DEDAD2"/>
                </a:solidFill>
                <a:latin typeface="Segoe UI"/>
              </a:rPr>
              <a:t>Release load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474720" y="3675887"/>
            <a:ext cx="2587752" cy="749808"/>
          </a:xfrm>
          <a:prstGeom prst="rect">
            <a:avLst/>
          </a:prstGeom>
          <a:solidFill>
            <a:srgbClr val="F6F4F1"/>
          </a:solidFill>
          <a:ln w="12700">
            <a:solidFill>
              <a:srgbClr val="DE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602736" y="3767327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DEDAD2"/>
                </a:solidFill>
                <a:latin typeface="Segoe UI Semibold"/>
              </a:rPr>
              <a:t>SF10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02736" y="3968496"/>
            <a:ext cx="23317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DEDAD2"/>
                </a:solidFill>
                <a:latin typeface="Segoe UI"/>
              </a:rPr>
              <a:t>Auto-preload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72200" y="3675887"/>
            <a:ext cx="2587752" cy="749808"/>
          </a:xfrm>
          <a:prstGeom prst="rect">
            <a:avLst/>
          </a:prstGeom>
          <a:solidFill>
            <a:srgbClr val="F6F4F1"/>
          </a:solidFill>
          <a:ln w="12700">
            <a:solidFill>
              <a:srgbClr val="DE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300216" y="3767327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DEDAD2"/>
                </a:solidFill>
                <a:latin typeface="Segoe UI Semibold"/>
              </a:rPr>
              <a:t>SF11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00216" y="3968496"/>
            <a:ext cx="23317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DEDAD2"/>
                </a:solidFill>
                <a:latin typeface="Segoe UI"/>
              </a:rPr>
              <a:t>Auto-metadata link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869680" y="3675887"/>
            <a:ext cx="2587752" cy="749808"/>
          </a:xfrm>
          <a:prstGeom prst="rect">
            <a:avLst/>
          </a:prstGeom>
          <a:solidFill>
            <a:srgbClr val="F6F4F1"/>
          </a:solidFill>
          <a:ln w="12700">
            <a:solidFill>
              <a:srgbClr val="DE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997696" y="3767327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DEDAD2"/>
                </a:solidFill>
                <a:latin typeface="Segoe UI Semibold"/>
              </a:rPr>
              <a:t>SF12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997696" y="3968496"/>
            <a:ext cx="23317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DEDAD2"/>
                </a:solidFill>
                <a:latin typeface="Segoe UI"/>
              </a:rPr>
              <a:t>DIC auto-calibrate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77240" y="4553712"/>
            <a:ext cx="2587752" cy="749808"/>
          </a:xfrm>
          <a:prstGeom prst="rect">
            <a:avLst/>
          </a:prstGeom>
          <a:solidFill>
            <a:srgbClr val="F6F4F1"/>
          </a:solidFill>
          <a:ln w="12700">
            <a:solidFill>
              <a:srgbClr val="DE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05256" y="4645152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DEDAD2"/>
                </a:solidFill>
                <a:latin typeface="Segoe UI Semibold"/>
              </a:rPr>
              <a:t>SF13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5256" y="4846320"/>
            <a:ext cx="23317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DEDAD2"/>
                </a:solidFill>
                <a:latin typeface="Segoe UI"/>
              </a:rPr>
              <a:t>Guided wizard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474720" y="4553712"/>
            <a:ext cx="2587752" cy="749808"/>
          </a:xfrm>
          <a:prstGeom prst="rect">
            <a:avLst/>
          </a:prstGeom>
          <a:solidFill>
            <a:srgbClr val="F6F4F1"/>
          </a:solidFill>
          <a:ln w="12700">
            <a:solidFill>
              <a:srgbClr val="DE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3602736" y="4645152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DEDAD2"/>
                </a:solidFill>
                <a:latin typeface="Segoe UI Semibold"/>
              </a:rPr>
              <a:t>SF14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602736" y="4846320"/>
            <a:ext cx="23317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DEDAD2"/>
                </a:solidFill>
                <a:latin typeface="Segoe UI"/>
              </a:rPr>
              <a:t>Test registry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72200" y="4553712"/>
            <a:ext cx="2587752" cy="749808"/>
          </a:xfrm>
          <a:prstGeom prst="rect">
            <a:avLst/>
          </a:prstGeom>
          <a:solidFill>
            <a:srgbClr val="F6F4F1"/>
          </a:solidFill>
          <a:ln w="12700">
            <a:solidFill>
              <a:srgbClr val="DE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300216" y="4645152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DEDAD2"/>
                </a:solidFill>
                <a:latin typeface="Segoe UI Semibold"/>
              </a:rPr>
              <a:t>SF15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00216" y="4846320"/>
            <a:ext cx="23317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DEDAD2"/>
                </a:solidFill>
                <a:latin typeface="Segoe UI"/>
              </a:rPr>
              <a:t>Dead-DIC guard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869680" y="4553712"/>
            <a:ext cx="2587752" cy="749808"/>
          </a:xfrm>
          <a:prstGeom prst="rect">
            <a:avLst/>
          </a:prstGeom>
          <a:solidFill>
            <a:srgbClr val="F6F4F1"/>
          </a:solidFill>
          <a:ln w="12700">
            <a:solidFill>
              <a:srgbClr val="DE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997696" y="4645152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DEDAD2"/>
                </a:solidFill>
                <a:latin typeface="Segoe UI Semibold"/>
              </a:rPr>
              <a:t>SF16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997696" y="4846320"/>
            <a:ext cx="23317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DEDAD2"/>
                </a:solidFill>
                <a:latin typeface="Segoe UI"/>
              </a:rPr>
              <a:t>Live Px₀ overlay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77240" y="5431536"/>
            <a:ext cx="2587752" cy="749808"/>
          </a:xfrm>
          <a:prstGeom prst="rect">
            <a:avLst/>
          </a:prstGeom>
          <a:solidFill>
            <a:srgbClr val="F6F4F1"/>
          </a:solidFill>
          <a:ln w="12700">
            <a:solidFill>
              <a:srgbClr val="DE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05256" y="5522975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DEDAD2"/>
                </a:solidFill>
                <a:latin typeface="Segoe UI Semibold"/>
              </a:rPr>
              <a:t>SF17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05256" y="5724144"/>
            <a:ext cx="23317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DEDAD2"/>
                </a:solidFill>
                <a:latin typeface="Segoe UI"/>
              </a:rPr>
              <a:t>Video + stills capture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172200" y="5431536"/>
            <a:ext cx="2587752" cy="749808"/>
          </a:xfrm>
          <a:prstGeom prst="rect">
            <a:avLst/>
          </a:prstGeom>
          <a:solidFill>
            <a:srgbClr val="F6F4F1"/>
          </a:solidFill>
          <a:ln w="12700">
            <a:solidFill>
              <a:srgbClr val="DE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300216" y="5522975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DEDAD2"/>
                </a:solidFill>
                <a:latin typeface="Segoe UI Semibold"/>
              </a:rPr>
              <a:t>SF19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300216" y="5724144"/>
            <a:ext cx="23317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DEDAD2"/>
                </a:solidFill>
                <a:latin typeface="Segoe UI"/>
              </a:rPr>
              <a:t>Noise capture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869680" y="5431536"/>
            <a:ext cx="2587752" cy="749808"/>
          </a:xfrm>
          <a:prstGeom prst="rect">
            <a:avLst/>
          </a:prstGeom>
          <a:solidFill>
            <a:srgbClr val="F6F4F1"/>
          </a:solidFill>
          <a:ln w="12700">
            <a:solidFill>
              <a:srgbClr val="DE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997696" y="5522975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DEDAD2"/>
                </a:solidFill>
                <a:latin typeface="Segoe UI Semibold"/>
              </a:rPr>
              <a:t>SF20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997696" y="5724144"/>
            <a:ext cx="23317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DEDAD2"/>
                </a:solidFill>
                <a:latin typeface="Segoe UI"/>
              </a:rPr>
              <a:t>Manual blob selection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21792" y="2679192"/>
            <a:ext cx="2898648" cy="987552"/>
          </a:xfrm>
          <a:prstGeom prst="rect">
            <a:avLst/>
          </a:prstGeom>
          <a:solidFill>
            <a:srgbClr val="253439"/>
          </a:solidFill>
          <a:ln w="17780">
            <a:solidFill>
              <a:srgbClr val="B29E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768096" y="2761488"/>
            <a:ext cx="26243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B29E84"/>
                </a:solidFill>
                <a:latin typeface="Segoe UI Semibold"/>
              </a:rPr>
              <a:t>SF5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68096" y="2953512"/>
            <a:ext cx="262432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FFFFFF"/>
                </a:solidFill>
                <a:latin typeface="Segoe UI Semibold"/>
              </a:rPr>
              <a:t>Auto-stop at fracture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68096" y="3227832"/>
            <a:ext cx="262432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819" b="0" i="0">
                <a:solidFill>
                  <a:srgbClr val="C9D2D4"/>
                </a:solidFill>
                <a:latin typeface="Segoe UI"/>
              </a:rPr>
              <a:t>sees the load collapse and halts the motor itself — no hand on the stop button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21792" y="3557015"/>
            <a:ext cx="2898648" cy="987552"/>
          </a:xfrm>
          <a:prstGeom prst="rect">
            <a:avLst/>
          </a:prstGeom>
          <a:solidFill>
            <a:srgbClr val="253439"/>
          </a:solidFill>
          <a:ln w="17780">
            <a:solidFill>
              <a:srgbClr val="B29E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768096" y="3639311"/>
            <a:ext cx="26243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B29E84"/>
                </a:solidFill>
                <a:latin typeface="Segoe UI Semibold"/>
              </a:rPr>
              <a:t>SF9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68096" y="3831335"/>
            <a:ext cx="262432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FFFFFF"/>
                </a:solidFill>
                <a:latin typeface="Segoe UI Semibold"/>
              </a:rPr>
              <a:t>Advanced test modes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68096" y="4105655"/>
            <a:ext cx="262432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819" b="0" i="0">
                <a:solidFill>
                  <a:srgbClr val="C9D2D4"/>
                </a:solidFill>
                <a:latin typeface="Segoe UI"/>
              </a:rPr>
              <a:t>6 closed-loop protocols in one tab — the tests beyond a plain pull to fracture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319272" y="5312664"/>
            <a:ext cx="2898648" cy="987552"/>
          </a:xfrm>
          <a:prstGeom prst="rect">
            <a:avLst/>
          </a:prstGeom>
          <a:solidFill>
            <a:srgbClr val="253439"/>
          </a:solidFill>
          <a:ln w="17780">
            <a:solidFill>
              <a:srgbClr val="B29E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3465576" y="5394959"/>
            <a:ext cx="26243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B29E84"/>
                </a:solidFill>
                <a:latin typeface="Segoe UI Semibold"/>
              </a:rPr>
              <a:t>SF18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465576" y="5586983"/>
            <a:ext cx="262432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FFFFFF"/>
                </a:solidFill>
                <a:latin typeface="Segoe UI Semibold"/>
              </a:rPr>
              <a:t>DIC post-processing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465576" y="5861303"/>
            <a:ext cx="262432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819" b="0" i="0" dirty="0">
                <a:solidFill>
                  <a:srgbClr val="C9D2D4"/>
                </a:solidFill>
                <a:latin typeface="Segoe UI"/>
              </a:rPr>
              <a:t>re-measures ANY recorded video — it is how the </a:t>
            </a:r>
            <a:r>
              <a:rPr lang="sv-SE" sz="819" b="0" i="0" dirty="0" err="1">
                <a:solidFill>
                  <a:srgbClr val="C9D2D4"/>
                </a:solidFill>
                <a:latin typeface="Segoe UI"/>
              </a:rPr>
              <a:t>commercial</a:t>
            </a:r>
            <a:r>
              <a:rPr lang="sv-SE" sz="819" b="0" i="0" dirty="0">
                <a:solidFill>
                  <a:srgbClr val="C9D2D4"/>
                </a:solidFill>
                <a:latin typeface="Segoe UI"/>
              </a:rPr>
              <a:t> </a:t>
            </a:r>
            <a:r>
              <a:rPr sz="819" b="0" i="0" dirty="0">
                <a:solidFill>
                  <a:srgbClr val="C9D2D4"/>
                </a:solidFill>
                <a:latin typeface="Segoe UI"/>
              </a:rPr>
              <a:t>lab's test got audited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77240" y="6400800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53439"/>
                </a:solidFill>
                <a:latin typeface="Segoe UI Semibold"/>
              </a:rPr>
              <a:t>SF5 protects the specimen · SF9 runs the six closed-loop protocols · SF18 made the validation possible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932688"/>
          </a:xfrm>
          <a:prstGeom prst="rect">
            <a:avLst/>
          </a:prstGeom>
          <a:solidFill>
            <a:srgbClr val="253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42415"/>
            <a:ext cx="146304" cy="5815584"/>
          </a:xfrm>
          <a:prstGeom prst="rect">
            <a:avLst/>
          </a:prstGeom>
          <a:solidFill>
            <a:srgbClr val="7C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ju_mar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0624" y="256032"/>
            <a:ext cx="905256" cy="40233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1265408" y="347472"/>
            <a:ext cx="118872" cy="118872"/>
          </a:xfrm>
          <a:prstGeom prst="rect">
            <a:avLst/>
          </a:prstGeom>
          <a:solidFill>
            <a:srgbClr val="253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489436" y="347472"/>
            <a:ext cx="118872" cy="118872"/>
          </a:xfrm>
          <a:prstGeom prst="rect">
            <a:avLst/>
          </a:prstGeom>
          <a:solidFill>
            <a:srgbClr val="B29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713464" y="347472"/>
            <a:ext cx="118872" cy="118872"/>
          </a:xfrm>
          <a:prstGeom prst="rect">
            <a:avLst/>
          </a:prstGeom>
          <a:solidFill>
            <a:srgbClr val="7C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786384"/>
            <a:ext cx="10424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B29E84"/>
                </a:solidFill>
                <a:latin typeface="Segoe UI Semibold"/>
              </a:rPr>
              <a:t>03 · LIVE DEMO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1005840"/>
            <a:ext cx="108813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0" i="0">
                <a:solidFill>
                  <a:srgbClr val="253439"/>
                </a:solidFill>
                <a:latin typeface="Segoe UI Light"/>
              </a:rPr>
              <a:t>PLA snaps, PETG draws, TPU stretches — then live demo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1591056"/>
            <a:ext cx="855878" cy="50292"/>
          </a:xfrm>
          <a:prstGeom prst="rect">
            <a:avLst/>
          </a:prstGeom>
          <a:solidFill>
            <a:srgbClr val="253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633118" y="1591056"/>
            <a:ext cx="427939" cy="50292"/>
          </a:xfrm>
          <a:prstGeom prst="rect">
            <a:avLst/>
          </a:prstGeom>
          <a:solidFill>
            <a:srgbClr val="B29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061057" y="1591056"/>
            <a:ext cx="2008022" cy="50292"/>
          </a:xfrm>
          <a:prstGeom prst="rect">
            <a:avLst/>
          </a:prstGeom>
          <a:solidFill>
            <a:srgbClr val="7C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 rot="16200000">
            <a:off x="10625328" y="3310128"/>
            <a:ext cx="274320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7C898B"/>
                </a:solidFill>
                <a:latin typeface="Segoe UI Semibold"/>
              </a:rPr>
              <a:t>LIVE DEMO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75720" y="6473952"/>
            <a:ext cx="5669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7C898B"/>
                </a:solidFill>
                <a:latin typeface="Segoe UI Semibold"/>
              </a:rPr>
              <a:t>11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1810512"/>
            <a:ext cx="8549640" cy="1408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demo_pla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859536" y="1851660"/>
            <a:ext cx="8385048" cy="1325880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777240" y="1805940"/>
            <a:ext cx="903427" cy="274320"/>
          </a:xfrm>
          <a:prstGeom prst="rect">
            <a:avLst/>
          </a:prstGeom>
          <a:solidFill>
            <a:srgbClr val="253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0" rIns="36576" bIns="0" rtlCol="0" anchor="ctr"/>
          <a:lstStyle/>
          <a:p>
            <a:pPr algn="ctr"/>
            <a:r>
              <a:rPr sz="900">
                <a:solidFill>
                  <a:srgbClr val="FFFFFF"/>
                </a:solidFill>
                <a:latin typeface="Segoe UI Semibold"/>
              </a:rPr>
              <a:t>PLA — S26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64040" y="2029967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253439"/>
                </a:solidFill>
                <a:latin typeface="Segoe UI Semibold"/>
              </a:rPr>
              <a:t>PLA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64040" y="2340864"/>
            <a:ext cx="2377440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 dirty="0">
                <a:solidFill>
                  <a:srgbClr val="7C898B"/>
                </a:solidFill>
                <a:latin typeface="Segoe UI"/>
              </a:rPr>
              <a:t>quasi-brittle — snaps in one clean break at ~5 % strain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3314700"/>
            <a:ext cx="8549640" cy="1408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demo_petg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859536" y="3355848"/>
            <a:ext cx="8385048" cy="1325880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777240" y="3310128"/>
            <a:ext cx="987551" cy="274320"/>
          </a:xfrm>
          <a:prstGeom prst="rect">
            <a:avLst/>
          </a:prstGeom>
          <a:solidFill>
            <a:srgbClr val="253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0" rIns="36576" bIns="0" rtlCol="0" anchor="ctr"/>
          <a:lstStyle/>
          <a:p>
            <a:pPr algn="ctr"/>
            <a:r>
              <a:rPr sz="900">
                <a:solidFill>
                  <a:srgbClr val="FFFFFF"/>
                </a:solidFill>
                <a:latin typeface="Segoe UI Semibold"/>
              </a:rPr>
              <a:t>PETG — S30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64040" y="3534156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253439"/>
                </a:solidFill>
                <a:latin typeface="Segoe UI Semibold"/>
              </a:rPr>
              <a:t>PETG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64040" y="3845052"/>
            <a:ext cx="23774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7C898B"/>
                </a:solidFill>
                <a:latin typeface="Segoe UI"/>
              </a:rPr>
              <a:t>glossier, more ductile — it draws, then tears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4818888"/>
            <a:ext cx="8549640" cy="1408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demo_tpu.mp4">
            <a:hlinkClick r:id="" action="ppaction://media"/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859536" y="4860036"/>
            <a:ext cx="8385048" cy="1325880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>
            <a:off x="777240" y="4814316"/>
            <a:ext cx="903427" cy="274320"/>
          </a:xfrm>
          <a:prstGeom prst="rect">
            <a:avLst/>
          </a:prstGeom>
          <a:solidFill>
            <a:srgbClr val="253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0" rIns="36576" bIns="0" rtlCol="0" anchor="ctr"/>
          <a:lstStyle/>
          <a:p>
            <a:pPr algn="ctr"/>
            <a:r>
              <a:rPr sz="900">
                <a:solidFill>
                  <a:srgbClr val="FFFFFF"/>
                </a:solidFill>
                <a:latin typeface="Segoe UI Semibold"/>
              </a:rPr>
              <a:t>TPU — S35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64040" y="5038344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253439"/>
                </a:solidFill>
                <a:latin typeface="Segoe UI Semibold"/>
              </a:rPr>
              <a:t>TPU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64040" y="5349240"/>
            <a:ext cx="23774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7C898B"/>
                </a:solidFill>
                <a:latin typeface="Segoe UI"/>
              </a:rPr>
              <a:t>rubber-like · leaves the frame before it fractures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6373368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7C898B"/>
                </a:solidFill>
                <a:latin typeface="Segoe UI"/>
              </a:rPr>
              <a:t>15-second timelapses of real pulls on this rig — then we switch to the live software and break one for real.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6934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8" dur="17000" fill="hold"/>
                                        <p:tgtEl>
                                          <p:spTgt spid="2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9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7000" fill="hold"/>
                                        <p:tgtEl>
                                          <p:spTgt spid="2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1" repeatCount="indefinite" fill="remove" display="0">
                  <p:stCondLst>
                    <p:cond delay="indefinite"/>
                  </p:stCondLst>
                </p:cTn>
                <p:tgtEl>
                  <p:spTgt spid="17"/>
                </p:tgtEl>
              </p:cMediaNode>
            </p:video>
            <p:video>
              <p:cMediaNode vol="80000">
                <p:cTn id="12" repeatCount="indefinite" fill="remove" display="0">
                  <p:stCondLst>
                    <p:cond delay="indefinite"/>
                  </p:stCondLst>
                </p:cTn>
                <p:tgtEl>
                  <p:spTgt spid="22"/>
                </p:tgtEl>
              </p:cMediaNode>
            </p:video>
            <p:video>
              <p:cMediaNode vol="80000">
                <p:cTn id="13" repeatCount="indefinite" fill="remove" display="0">
                  <p:stCondLst>
                    <p:cond delay="indefinite"/>
                  </p:stCondLst>
                </p:cTn>
                <p:tgtEl>
                  <p:spTgt spid="27"/>
                </p:tgtEl>
              </p:cMediaNode>
            </p:vide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932688"/>
          </a:xfrm>
          <a:prstGeom prst="rect">
            <a:avLst/>
          </a:prstGeom>
          <a:solidFill>
            <a:srgbClr val="253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42415"/>
            <a:ext cx="146304" cy="5815584"/>
          </a:xfrm>
          <a:prstGeom prst="rect">
            <a:avLst/>
          </a:prstGeom>
          <a:solidFill>
            <a:srgbClr val="7C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ju_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" y="256032"/>
            <a:ext cx="905256" cy="40233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1265408" y="347472"/>
            <a:ext cx="118872" cy="118872"/>
          </a:xfrm>
          <a:prstGeom prst="rect">
            <a:avLst/>
          </a:prstGeom>
          <a:solidFill>
            <a:srgbClr val="253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489436" y="347472"/>
            <a:ext cx="118872" cy="118872"/>
          </a:xfrm>
          <a:prstGeom prst="rect">
            <a:avLst/>
          </a:prstGeom>
          <a:solidFill>
            <a:srgbClr val="B29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713464" y="347472"/>
            <a:ext cx="118872" cy="118872"/>
          </a:xfrm>
          <a:prstGeom prst="rect">
            <a:avLst/>
          </a:prstGeom>
          <a:solidFill>
            <a:srgbClr val="7C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786384"/>
            <a:ext cx="10424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B29E84"/>
                </a:solidFill>
                <a:latin typeface="Segoe UI Semibold"/>
              </a:rPr>
              <a:t>04 · VALIDATION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1005840"/>
            <a:ext cx="10881360" cy="4462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0" i="0" dirty="0">
                <a:solidFill>
                  <a:srgbClr val="253439"/>
                </a:solidFill>
                <a:latin typeface="Segoe UI Light"/>
              </a:rPr>
              <a:t>The same </a:t>
            </a:r>
            <a:r>
              <a:rPr lang="en-GB" sz="2900" b="0" i="0" dirty="0">
                <a:solidFill>
                  <a:srgbClr val="253439"/>
                </a:solidFill>
                <a:latin typeface="Segoe UI Light"/>
              </a:rPr>
              <a:t>specimen</a:t>
            </a:r>
            <a:r>
              <a:rPr sz="2900" b="0" i="0" dirty="0">
                <a:solidFill>
                  <a:srgbClr val="253439"/>
                </a:solidFill>
                <a:latin typeface="Segoe UI Light"/>
              </a:rPr>
              <a:t>,</a:t>
            </a:r>
            <a:r>
              <a:rPr lang="en-GB" sz="2900" b="0" i="0" dirty="0">
                <a:solidFill>
                  <a:srgbClr val="253439"/>
                </a:solidFill>
                <a:latin typeface="Segoe UI Light"/>
              </a:rPr>
              <a:t> tested at MOT lab</a:t>
            </a:r>
            <a:endParaRPr sz="2900" b="0" i="0" dirty="0">
              <a:solidFill>
                <a:srgbClr val="253439"/>
              </a:solidFill>
              <a:latin typeface="Segoe UI Light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77240" y="1591056"/>
            <a:ext cx="855878" cy="50292"/>
          </a:xfrm>
          <a:prstGeom prst="rect">
            <a:avLst/>
          </a:prstGeom>
          <a:solidFill>
            <a:srgbClr val="253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633118" y="1591056"/>
            <a:ext cx="427939" cy="50292"/>
          </a:xfrm>
          <a:prstGeom prst="rect">
            <a:avLst/>
          </a:prstGeom>
          <a:solidFill>
            <a:srgbClr val="B29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061057" y="1591056"/>
            <a:ext cx="2008022" cy="50292"/>
          </a:xfrm>
          <a:prstGeom prst="rect">
            <a:avLst/>
          </a:prstGeom>
          <a:solidFill>
            <a:srgbClr val="7C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 rot="16200000">
            <a:off x="10625328" y="3310128"/>
            <a:ext cx="274320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7C898B"/>
                </a:solidFill>
                <a:latin typeface="Segoe UI Semibold"/>
              </a:rPr>
              <a:t>VALIDATION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75720" y="6473952"/>
            <a:ext cx="5669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7C898B"/>
                </a:solidFill>
                <a:latin typeface="Segoe UI Semibold"/>
              </a:rPr>
              <a:t>12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1874519"/>
            <a:ext cx="2487168" cy="3977639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XT205-MOT_Wideview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2327726"/>
            <a:ext cx="2304288" cy="3071227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3401568" y="1874519"/>
            <a:ext cx="2487168" cy="3977639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XT205-MOT Closerview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93008" y="2327726"/>
            <a:ext cx="2304288" cy="3071227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77240" y="5907024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7C898B"/>
                </a:solidFill>
                <a:latin typeface="Segoe UI"/>
              </a:rPr>
              <a:t>the MOT lab: Zwick/Roell Z100, XT-205 video extensometer on our specimen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1874519"/>
            <a:ext cx="52120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B29E84"/>
                </a:solidFill>
                <a:latin typeface="Segoe UI Semibold"/>
              </a:rPr>
              <a:t>THE REFERENCE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2212848"/>
            <a:ext cx="5074920" cy="8461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100" b="1" i="0" dirty="0">
                <a:solidFill>
                  <a:srgbClr val="B29E84"/>
                </a:solidFill>
                <a:latin typeface="Segoe UI"/>
              </a:rPr>
              <a:t>▪  </a:t>
            </a:r>
            <a:r>
              <a:rPr sz="1100" b="1" i="0" dirty="0">
                <a:solidFill>
                  <a:srgbClr val="253439"/>
                </a:solidFill>
                <a:latin typeface="Segoe UI"/>
              </a:rPr>
              <a:t>MOT lab — commercial tensile frame</a:t>
            </a:r>
          </a:p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100" b="1" i="0" dirty="0">
                <a:solidFill>
                  <a:srgbClr val="B29E84"/>
                </a:solidFill>
                <a:latin typeface="Segoe UI"/>
              </a:rPr>
              <a:t>▪  </a:t>
            </a:r>
            <a:r>
              <a:rPr sz="1100" b="1" i="0" dirty="0">
                <a:solidFill>
                  <a:srgbClr val="253439"/>
                </a:solidFill>
                <a:latin typeface="Segoe UI"/>
              </a:rPr>
              <a:t>XT-205 video extensometer</a:t>
            </a:r>
            <a:r>
              <a:rPr sz="1100" b="0" i="0" dirty="0">
                <a:solidFill>
                  <a:srgbClr val="253439"/>
                </a:solidFill>
                <a:latin typeface="Segoe UI"/>
              </a:rPr>
              <a:t>: a camera that tracks two painted marks — the same principle as our DIC, in certified form</a:t>
            </a:r>
          </a:p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100" b="1" i="0" dirty="0">
                <a:solidFill>
                  <a:srgbClr val="B29E84"/>
                </a:solidFill>
                <a:latin typeface="Segoe UI"/>
              </a:rPr>
              <a:t>▪  </a:t>
            </a:r>
            <a:r>
              <a:rPr lang="en-GB" sz="1100" dirty="0">
                <a:solidFill>
                  <a:srgbClr val="253439"/>
                </a:solidFill>
                <a:latin typeface="Segoe UI"/>
              </a:rPr>
              <a:t>T</a:t>
            </a:r>
            <a:r>
              <a:rPr sz="1100" b="0" i="0" dirty="0">
                <a:solidFill>
                  <a:srgbClr val="253439"/>
                </a:solidFill>
                <a:latin typeface="Segoe UI"/>
              </a:rPr>
              <a:t>wo specimens from our own print batch: XT205-S1 and XT205-S2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2304" y="3633148"/>
            <a:ext cx="52120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 dirty="0">
                <a:solidFill>
                  <a:srgbClr val="B29E84"/>
                </a:solidFill>
                <a:latin typeface="Segoe UI Semibold"/>
              </a:rPr>
              <a:t>TEST CONDITIONS · XT205-S2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5D5C0FF-2403-7094-83F7-E61F6DBDA3A2}"/>
              </a:ext>
            </a:extLst>
          </p:cNvPr>
          <p:cNvGrpSpPr/>
          <p:nvPr/>
        </p:nvGrpSpPr>
        <p:grpSpPr>
          <a:xfrm>
            <a:off x="6242303" y="3971477"/>
            <a:ext cx="4440327" cy="274320"/>
            <a:chOff x="6263639" y="4315968"/>
            <a:chExt cx="4440327" cy="274320"/>
          </a:xfrm>
        </p:grpSpPr>
        <p:sp>
          <p:nvSpPr>
            <p:cNvPr id="24" name="Rectangle 23"/>
            <p:cNvSpPr/>
            <p:nvPr/>
          </p:nvSpPr>
          <p:spPr>
            <a:xfrm>
              <a:off x="6263639" y="4315968"/>
              <a:ext cx="1319387" cy="274320"/>
            </a:xfrm>
            <a:prstGeom prst="rect">
              <a:avLst/>
            </a:prstGeom>
            <a:solidFill>
              <a:srgbClr val="7C89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36576" tIns="0" rIns="36576" bIns="0" rtlCol="0" anchor="ctr"/>
            <a:lstStyle/>
            <a:p>
              <a:pPr algn="ctr"/>
              <a:r>
                <a:rPr sz="1000" dirty="0">
                  <a:solidFill>
                    <a:srgbClr val="FFFFFF"/>
                  </a:solidFill>
                  <a:latin typeface="Segoe UI Semibold"/>
                </a:rPr>
                <a:t>45 mm gauge</a:t>
              </a:r>
              <a:r>
                <a:rPr lang="en-GB" sz="1000" dirty="0">
                  <a:solidFill>
                    <a:srgbClr val="FFFFFF"/>
                  </a:solidFill>
                  <a:latin typeface="Segoe UI Semibold"/>
                </a:rPr>
                <a:t> length</a:t>
              </a:r>
              <a:endParaRPr sz="1000" dirty="0">
                <a:solidFill>
                  <a:srgbClr val="FFFFFF"/>
                </a:solidFill>
                <a:latin typeface="Segoe UI Semibold"/>
              </a:endParaRPr>
            </a:p>
          </p:txBody>
        </p: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BC7FD290-8403-7A60-B2E7-96A21C9945E8}"/>
                </a:ext>
              </a:extLst>
            </p:cNvPr>
            <p:cNvGrpSpPr/>
            <p:nvPr/>
          </p:nvGrpSpPr>
          <p:grpSpPr>
            <a:xfrm>
              <a:off x="7863840" y="4315968"/>
              <a:ext cx="2840126" cy="274320"/>
              <a:chOff x="7863840" y="4315968"/>
              <a:chExt cx="2840126" cy="274320"/>
            </a:xfrm>
          </p:grpSpPr>
          <p:sp>
            <p:nvSpPr>
              <p:cNvPr id="25" name="Rectangle 24"/>
              <p:cNvSpPr/>
              <p:nvPr/>
            </p:nvSpPr>
            <p:spPr>
              <a:xfrm>
                <a:off x="7863840" y="4315968"/>
                <a:ext cx="819302" cy="274320"/>
              </a:xfrm>
              <a:prstGeom prst="rect">
                <a:avLst/>
              </a:prstGeom>
              <a:solidFill>
                <a:srgbClr val="7C898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lIns="36576" tIns="0" rIns="36576" bIns="0" rtlCol="0" anchor="ctr"/>
              <a:lstStyle/>
              <a:p>
                <a:pPr algn="ctr"/>
                <a:r>
                  <a:rPr sz="1000" dirty="0">
                    <a:solidFill>
                      <a:srgbClr val="FFFFFF"/>
                    </a:solidFill>
                    <a:latin typeface="Segoe UI Semibold"/>
                  </a:rPr>
                  <a:t>2 mm/min</a:t>
                </a:r>
              </a:p>
            </p:txBody>
          </p:sp>
          <p:sp>
            <p:nvSpPr>
              <p:cNvPr id="26" name="Rectangle 25"/>
              <p:cNvSpPr/>
              <p:nvPr/>
            </p:nvSpPr>
            <p:spPr>
              <a:xfrm>
                <a:off x="9464040" y="4315968"/>
                <a:ext cx="1239926" cy="274320"/>
              </a:xfrm>
              <a:prstGeom prst="rect">
                <a:avLst/>
              </a:prstGeom>
              <a:solidFill>
                <a:srgbClr val="7C898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lIns="36576" tIns="0" rIns="36576" bIns="0" rtlCol="0" anchor="ctr"/>
              <a:lstStyle/>
              <a:p>
                <a:pPr algn="ctr"/>
                <a:r>
                  <a:rPr sz="1000" dirty="0">
                    <a:solidFill>
                      <a:srgbClr val="FFFFFF"/>
                    </a:solidFill>
                    <a:latin typeface="Segoe UI Semibold"/>
                  </a:rPr>
                  <a:t>300 N preload</a:t>
                </a:r>
              </a:p>
            </p:txBody>
          </p:sp>
        </p:grp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B63722AA-B99F-4854-BE02-8BAFF2CF1DE7}"/>
              </a:ext>
            </a:extLst>
          </p:cNvPr>
          <p:cNvGrpSpPr/>
          <p:nvPr/>
        </p:nvGrpSpPr>
        <p:grpSpPr>
          <a:xfrm>
            <a:off x="6224679" y="4430465"/>
            <a:ext cx="5449824" cy="1389888"/>
            <a:chOff x="6117336" y="4791456"/>
            <a:chExt cx="5449824" cy="1389888"/>
          </a:xfrm>
        </p:grpSpPr>
        <p:sp>
          <p:nvSpPr>
            <p:cNvPr id="27" name="Rectangle 26"/>
            <p:cNvSpPr/>
            <p:nvPr/>
          </p:nvSpPr>
          <p:spPr>
            <a:xfrm>
              <a:off x="6126480" y="4791456"/>
              <a:ext cx="5440680" cy="1389888"/>
            </a:xfrm>
            <a:prstGeom prst="rect">
              <a:avLst/>
            </a:prstGeom>
            <a:solidFill>
              <a:srgbClr val="FFFFFF"/>
            </a:solidFill>
            <a:ln w="17780">
              <a:solidFill>
                <a:srgbClr val="B29E8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C7BDFA9B-05E6-4D44-EE74-B073D8760FAF}"/>
                </a:ext>
              </a:extLst>
            </p:cNvPr>
            <p:cNvGrpSpPr/>
            <p:nvPr/>
          </p:nvGrpSpPr>
          <p:grpSpPr>
            <a:xfrm>
              <a:off x="6117336" y="4791456"/>
              <a:ext cx="5358384" cy="1389888"/>
              <a:chOff x="6117336" y="4791456"/>
              <a:chExt cx="5358384" cy="1389888"/>
            </a:xfrm>
          </p:grpSpPr>
          <p:sp>
            <p:nvSpPr>
              <p:cNvPr id="28" name="Rectangle 27"/>
              <p:cNvSpPr/>
              <p:nvPr/>
            </p:nvSpPr>
            <p:spPr>
              <a:xfrm>
                <a:off x="6117336" y="4791456"/>
                <a:ext cx="73152" cy="1389888"/>
              </a:xfrm>
              <a:prstGeom prst="rect">
                <a:avLst/>
              </a:prstGeom>
              <a:solidFill>
                <a:srgbClr val="B29E84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TextBox 28"/>
              <p:cNvSpPr txBox="1"/>
              <p:nvPr/>
            </p:nvSpPr>
            <p:spPr>
              <a:xfrm>
                <a:off x="6355080" y="4892040"/>
                <a:ext cx="5120640" cy="169277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sz="1100" b="0" i="0" dirty="0">
                    <a:solidFill>
                      <a:srgbClr val="B29E84"/>
                    </a:solidFill>
                    <a:latin typeface="Segoe UI Semibold"/>
                  </a:rPr>
                  <a:t>TWO ANALYSES</a:t>
                </a:r>
                <a:r>
                  <a:rPr lang="en-GB" sz="1100" b="0" i="0" dirty="0">
                    <a:solidFill>
                      <a:srgbClr val="B29E84"/>
                    </a:solidFill>
                    <a:latin typeface="Segoe UI Semibold"/>
                  </a:rPr>
                  <a:t> – XT205 at MOT against PPD-UTM DIC rig</a:t>
                </a:r>
                <a:endParaRPr sz="1100" b="0" i="0" dirty="0">
                  <a:solidFill>
                    <a:srgbClr val="B29E84"/>
                  </a:solidFill>
                  <a:latin typeface="Segoe UI Semibold"/>
                </a:endParaRPr>
              </a:p>
            </p:txBody>
          </p:sp>
          <p:sp>
            <p:nvSpPr>
              <p:cNvPr id="30" name="TextBox 29"/>
              <p:cNvSpPr txBox="1"/>
              <p:nvPr/>
            </p:nvSpPr>
            <p:spPr>
              <a:xfrm>
                <a:off x="6355080" y="5193792"/>
                <a:ext cx="5074920" cy="798039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>
                  <a:lnSpc>
                    <a:spcPct val="104000"/>
                  </a:lnSpc>
                  <a:spcAft>
                    <a:spcPts val="500"/>
                  </a:spcAft>
                </a:pPr>
                <a:r>
                  <a:rPr sz="930" b="1" i="0" dirty="0">
                    <a:solidFill>
                      <a:srgbClr val="B29E84"/>
                    </a:solidFill>
                    <a:latin typeface="Segoe UI"/>
                  </a:rPr>
                  <a:t>▪  </a:t>
                </a:r>
                <a:r>
                  <a:rPr sz="930" b="1" i="0" dirty="0">
                    <a:solidFill>
                      <a:srgbClr val="253439"/>
                    </a:solidFill>
                    <a:latin typeface="Segoe UI"/>
                  </a:rPr>
                  <a:t>Analysis 1 — instrument vs instrument: </a:t>
                </a:r>
                <a:r>
                  <a:rPr sz="930" b="0" i="0" dirty="0">
                    <a:solidFill>
                      <a:srgbClr val="253439"/>
                    </a:solidFill>
                    <a:latin typeface="Segoe UI"/>
                  </a:rPr>
                  <a:t>the XT-205's certified strain readout against our rig's DIC on matched specimens; E, </a:t>
                </a:r>
                <a:r>
                  <a:rPr sz="930" b="0" i="0" dirty="0" err="1">
                    <a:solidFill>
                      <a:srgbClr val="253439"/>
                    </a:solidFill>
                    <a:latin typeface="Segoe UI"/>
                  </a:rPr>
                  <a:t>σy</a:t>
                </a:r>
                <a:r>
                  <a:rPr sz="930" b="0" i="0" dirty="0">
                    <a:solidFill>
                      <a:srgbClr val="253439"/>
                    </a:solidFill>
                    <a:latin typeface="Segoe UI"/>
                  </a:rPr>
                  <a:t>, UTS and </a:t>
                </a:r>
                <a:r>
                  <a:rPr sz="930" b="0" i="0" dirty="0" err="1">
                    <a:solidFill>
                      <a:srgbClr val="253439"/>
                    </a:solidFill>
                    <a:latin typeface="Segoe UI"/>
                  </a:rPr>
                  <a:t>ε_f</a:t>
                </a:r>
                <a:r>
                  <a:rPr sz="930" b="0" i="0" dirty="0">
                    <a:solidFill>
                      <a:srgbClr val="253439"/>
                    </a:solidFill>
                    <a:latin typeface="Segoe UI"/>
                  </a:rPr>
                  <a:t> each computed twice, independently</a:t>
                </a:r>
              </a:p>
              <a:p>
                <a:pPr>
                  <a:lnSpc>
                    <a:spcPct val="104000"/>
                  </a:lnSpc>
                  <a:spcAft>
                    <a:spcPts val="500"/>
                  </a:spcAft>
                </a:pPr>
                <a:r>
                  <a:rPr sz="930" b="1" i="0" dirty="0">
                    <a:solidFill>
                      <a:srgbClr val="B29E84"/>
                    </a:solidFill>
                    <a:latin typeface="Segoe UI"/>
                  </a:rPr>
                  <a:t>▪  </a:t>
                </a:r>
                <a:r>
                  <a:rPr sz="930" b="1" i="0" dirty="0">
                    <a:solidFill>
                      <a:srgbClr val="253439"/>
                    </a:solidFill>
                    <a:latin typeface="Segoe UI"/>
                  </a:rPr>
                  <a:t>Analysis 2 — our </a:t>
                </a:r>
                <a:r>
                  <a:rPr lang="en-GB" sz="930" b="1" i="0" dirty="0">
                    <a:solidFill>
                      <a:srgbClr val="253439"/>
                    </a:solidFill>
                    <a:latin typeface="Segoe UI"/>
                  </a:rPr>
                  <a:t>calculation </a:t>
                </a:r>
                <a:r>
                  <a:rPr sz="930" b="1" i="0" dirty="0">
                    <a:solidFill>
                      <a:srgbClr val="253439"/>
                    </a:solidFill>
                    <a:latin typeface="Segoe UI"/>
                  </a:rPr>
                  <a:t>method on </a:t>
                </a:r>
                <a:r>
                  <a:rPr lang="en-GB" sz="930" b="1" dirty="0">
                    <a:solidFill>
                      <a:srgbClr val="253439"/>
                    </a:solidFill>
                    <a:latin typeface="Segoe UI"/>
                  </a:rPr>
                  <a:t>XT205 at MOT</a:t>
                </a:r>
                <a:r>
                  <a:rPr sz="930" b="1" dirty="0">
                    <a:solidFill>
                      <a:srgbClr val="253439"/>
                    </a:solidFill>
                    <a:latin typeface="Segoe UI"/>
                  </a:rPr>
                  <a:t> </a:t>
                </a:r>
                <a:r>
                  <a:rPr lang="en-GB" sz="930" b="1" i="0" dirty="0">
                    <a:solidFill>
                      <a:srgbClr val="253439"/>
                    </a:solidFill>
                    <a:latin typeface="Segoe UI"/>
                  </a:rPr>
                  <a:t>test </a:t>
                </a:r>
                <a:r>
                  <a:rPr sz="930" b="1" i="0" dirty="0">
                    <a:solidFill>
                      <a:srgbClr val="253439"/>
                    </a:solidFill>
                    <a:latin typeface="Segoe UI"/>
                  </a:rPr>
                  <a:t>data</a:t>
                </a:r>
                <a:r>
                  <a:rPr lang="en-GB" sz="930" b="1" i="0" dirty="0">
                    <a:solidFill>
                      <a:srgbClr val="253439"/>
                    </a:solidFill>
                    <a:latin typeface="Segoe UI"/>
                  </a:rPr>
                  <a:t> and video</a:t>
                </a:r>
                <a:r>
                  <a:rPr sz="930" b="1" i="0" dirty="0">
                    <a:solidFill>
                      <a:srgbClr val="253439"/>
                    </a:solidFill>
                    <a:latin typeface="Segoe UI"/>
                  </a:rPr>
                  <a:t>: </a:t>
                </a:r>
                <a:r>
                  <a:rPr sz="930" b="0" i="0" dirty="0">
                    <a:solidFill>
                      <a:srgbClr val="253439"/>
                    </a:solidFill>
                    <a:latin typeface="Segoe UI"/>
                  </a:rPr>
                  <a:t>the session's raw XT-205 video re-measured frame-by-frame by our DIC post-processor (SF18) on the lab’s </a:t>
                </a:r>
                <a:r>
                  <a:rPr lang="en-GB" sz="930" b="0" i="0" dirty="0">
                    <a:solidFill>
                      <a:srgbClr val="253439"/>
                    </a:solidFill>
                    <a:latin typeface="Segoe UI"/>
                  </a:rPr>
                  <a:t>machine’s</a:t>
                </a:r>
                <a:r>
                  <a:rPr sz="930" b="0" i="0" dirty="0">
                    <a:solidFill>
                      <a:srgbClr val="253439"/>
                    </a:solidFill>
                    <a:latin typeface="Segoe UI"/>
                  </a:rPr>
                  <a:t> footage</a:t>
                </a:r>
              </a:p>
            </p:txBody>
          </p:sp>
        </p:grp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932688"/>
          </a:xfrm>
          <a:prstGeom prst="rect">
            <a:avLst/>
          </a:prstGeom>
          <a:solidFill>
            <a:srgbClr val="253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42415"/>
            <a:ext cx="146304" cy="5815584"/>
          </a:xfrm>
          <a:prstGeom prst="rect">
            <a:avLst/>
          </a:prstGeom>
          <a:solidFill>
            <a:srgbClr val="7C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ju_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" y="256032"/>
            <a:ext cx="905256" cy="40233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1265408" y="347472"/>
            <a:ext cx="118872" cy="118872"/>
          </a:xfrm>
          <a:prstGeom prst="rect">
            <a:avLst/>
          </a:prstGeom>
          <a:solidFill>
            <a:srgbClr val="253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489436" y="347472"/>
            <a:ext cx="118872" cy="118872"/>
          </a:xfrm>
          <a:prstGeom prst="rect">
            <a:avLst/>
          </a:prstGeom>
          <a:solidFill>
            <a:srgbClr val="B29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713464" y="347472"/>
            <a:ext cx="118872" cy="118872"/>
          </a:xfrm>
          <a:prstGeom prst="rect">
            <a:avLst/>
          </a:prstGeom>
          <a:solidFill>
            <a:srgbClr val="7C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786384"/>
            <a:ext cx="10424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B29E84"/>
                </a:solidFill>
                <a:latin typeface="Segoe UI Semibold"/>
              </a:rPr>
              <a:t>04 · VALIDATION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1005840"/>
            <a:ext cx="108813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0" i="0">
                <a:solidFill>
                  <a:srgbClr val="253439"/>
                </a:solidFill>
                <a:latin typeface="Segoe UI Light"/>
              </a:rPr>
              <a:t>Analysis 1 : Two rigs, two specimens, one material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1591056"/>
            <a:ext cx="855878" cy="50292"/>
          </a:xfrm>
          <a:prstGeom prst="rect">
            <a:avLst/>
          </a:prstGeom>
          <a:solidFill>
            <a:srgbClr val="253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633118" y="1591056"/>
            <a:ext cx="427939" cy="50292"/>
          </a:xfrm>
          <a:prstGeom prst="rect">
            <a:avLst/>
          </a:prstGeom>
          <a:solidFill>
            <a:srgbClr val="B29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061057" y="1591056"/>
            <a:ext cx="2008022" cy="50292"/>
          </a:xfrm>
          <a:prstGeom prst="rect">
            <a:avLst/>
          </a:prstGeom>
          <a:solidFill>
            <a:srgbClr val="7C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 rot="16200000">
            <a:off x="10625328" y="3310128"/>
            <a:ext cx="274320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7C898B"/>
                </a:solidFill>
                <a:latin typeface="Segoe UI Semibold"/>
              </a:rPr>
              <a:t>VALIDATION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75720" y="6473952"/>
            <a:ext cx="5669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7C898B"/>
                </a:solidFill>
                <a:latin typeface="Segoe UI Semibold"/>
              </a:rPr>
              <a:t>13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1847088"/>
            <a:ext cx="681228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mot2cmp_pai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79" y="2061443"/>
            <a:ext cx="6629400" cy="40518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818120" y="1847088"/>
            <a:ext cx="35661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B29E84"/>
                </a:solidFill>
                <a:latin typeface="Segoe UI Semibold"/>
              </a:rPr>
              <a:t>S34 (PPD-UTM DIC)  /  XT205-S2 (MOT)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18120" y="2194560"/>
            <a:ext cx="3566160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973568" y="2276856"/>
            <a:ext cx="1234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53439"/>
                </a:solidFill>
                <a:latin typeface="Segoe UI Semibold"/>
              </a:rPr>
              <a:t>UTS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98280" y="2295144"/>
            <a:ext cx="1600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7C898B"/>
                </a:solidFill>
                <a:latin typeface="Segoe UI"/>
              </a:rPr>
              <a:t>48.34 / 44.62 MPa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52760" y="2267712"/>
            <a:ext cx="65836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B98A00"/>
                </a:solidFill>
                <a:latin typeface="Segoe UI Semibold"/>
              </a:rPr>
              <a:t>−7.7 %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818120" y="2761488"/>
            <a:ext cx="3566160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973568" y="2843784"/>
            <a:ext cx="1234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53439"/>
                </a:solidFill>
                <a:latin typeface="Segoe UI Semibold"/>
              </a:rPr>
              <a:t>Yield σy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98280" y="2862072"/>
            <a:ext cx="1600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7C898B"/>
                </a:solidFill>
                <a:latin typeface="Segoe UI"/>
              </a:rPr>
              <a:t>39.23 / 39.61 MPa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52760" y="2834640"/>
            <a:ext cx="65836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E9E4F"/>
                </a:solidFill>
                <a:latin typeface="Segoe UI Semibold"/>
              </a:rPr>
              <a:t>+1.0 %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818120" y="3328415"/>
            <a:ext cx="3566160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973568" y="3410711"/>
            <a:ext cx="1234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53439"/>
                </a:solidFill>
                <a:latin typeface="Segoe UI Semibold"/>
              </a:rPr>
              <a:t>Modulus 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98280" y="3428999"/>
            <a:ext cx="1600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7C898B"/>
                </a:solidFill>
                <a:latin typeface="Segoe UI"/>
              </a:rPr>
              <a:t>3.45 / 3.23 GPa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52760" y="3401568"/>
            <a:ext cx="65836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B98A00"/>
                </a:solidFill>
                <a:latin typeface="Segoe UI Semibold"/>
              </a:rPr>
              <a:t>−6.4 %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18120" y="3895344"/>
            <a:ext cx="3566160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973568" y="3977639"/>
            <a:ext cx="1234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53439"/>
                </a:solidFill>
                <a:latin typeface="Segoe UI Semibold"/>
              </a:rPr>
              <a:t>Fracture εf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98280" y="3995928"/>
            <a:ext cx="1600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7C898B"/>
                </a:solidFill>
                <a:latin typeface="Segoe UI"/>
              </a:rPr>
              <a:t>5.25 / 5.21 %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52760" y="3968496"/>
            <a:ext cx="65836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E9E4F"/>
                </a:solidFill>
                <a:latin typeface="Segoe UI Semibold"/>
              </a:rPr>
              <a:t>−0.8 %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99831" y="4809744"/>
            <a:ext cx="35661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300"/>
              </a:spcAft>
            </a:pPr>
            <a:r>
              <a:rPr sz="930" b="1" i="0">
                <a:solidFill>
                  <a:srgbClr val="B29E84"/>
                </a:solidFill>
                <a:latin typeface="Segoe UI"/>
              </a:rPr>
              <a:t>▪  </a:t>
            </a:r>
            <a:r>
              <a:rPr sz="930" b="0" i="0">
                <a:solidFill>
                  <a:srgbClr val="253439"/>
                </a:solidFill>
                <a:latin typeface="Segoe UI"/>
              </a:rPr>
              <a:t>UTS and E gaps (6–8 %) carry a 3× speed difference plus normal specimen scatter (CV ≈ 2.5 %) — within family, and the whole curve shape matches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99831" y="5394960"/>
            <a:ext cx="35661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300"/>
              </a:spcAft>
            </a:pPr>
            <a:r>
              <a:rPr sz="930" b="1" i="0">
                <a:solidFill>
                  <a:srgbClr val="B29E84"/>
                </a:solidFill>
                <a:latin typeface="Segoe UI"/>
              </a:rPr>
              <a:t>▪  </a:t>
            </a:r>
            <a:r>
              <a:rPr sz="930" b="0" i="0">
                <a:solidFill>
                  <a:srgbClr val="253439"/>
                </a:solidFill>
                <a:latin typeface="Segoe UI"/>
              </a:rPr>
              <a:t>Yield within 1 % — stress scale agrees where the curve is stable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99831" y="5724144"/>
            <a:ext cx="35661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300"/>
              </a:spcAft>
            </a:pPr>
            <a:r>
              <a:rPr sz="930" b="1" i="0">
                <a:solidFill>
                  <a:srgbClr val="B29E84"/>
                </a:solidFill>
                <a:latin typeface="Segoe UI"/>
              </a:rPr>
              <a:t>▪  </a:t>
            </a:r>
            <a:r>
              <a:rPr sz="930" b="0" i="0">
                <a:solidFill>
                  <a:srgbClr val="253439"/>
                </a:solidFill>
                <a:latin typeface="Segoe UI"/>
              </a:rPr>
              <a:t>Fracture strain 5.25 vs 5.21 % — two different optical instruments, 0.8 % apart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99831" y="6053328"/>
            <a:ext cx="356616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300"/>
              </a:spcAft>
            </a:pPr>
            <a:r>
              <a:rPr sz="930" b="1" i="0">
                <a:solidFill>
                  <a:srgbClr val="B29E84"/>
                </a:solidFill>
                <a:latin typeface="Segoe UI"/>
              </a:rPr>
              <a:t>▪  </a:t>
            </a:r>
            <a:r>
              <a:rPr sz="930" b="0" i="0">
                <a:solidFill>
                  <a:srgbClr val="253439"/>
                </a:solidFill>
                <a:latin typeface="Segoe UI"/>
              </a:rPr>
              <a:t>Analysis 2 closes the loop: their own video through our post-processor lands on the same line (two slides on)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932688"/>
          </a:xfrm>
          <a:prstGeom prst="rect">
            <a:avLst/>
          </a:prstGeom>
          <a:solidFill>
            <a:srgbClr val="253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42415"/>
            <a:ext cx="146304" cy="5815584"/>
          </a:xfrm>
          <a:prstGeom prst="rect">
            <a:avLst/>
          </a:prstGeom>
          <a:solidFill>
            <a:srgbClr val="7C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ju_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" y="256032"/>
            <a:ext cx="905256" cy="40233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1265408" y="347472"/>
            <a:ext cx="118872" cy="118872"/>
          </a:xfrm>
          <a:prstGeom prst="rect">
            <a:avLst/>
          </a:prstGeom>
          <a:solidFill>
            <a:srgbClr val="253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489436" y="347472"/>
            <a:ext cx="118872" cy="118872"/>
          </a:xfrm>
          <a:prstGeom prst="rect">
            <a:avLst/>
          </a:prstGeom>
          <a:solidFill>
            <a:srgbClr val="B29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713464" y="347472"/>
            <a:ext cx="118872" cy="118872"/>
          </a:xfrm>
          <a:prstGeom prst="rect">
            <a:avLst/>
          </a:prstGeom>
          <a:solidFill>
            <a:srgbClr val="7C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786384"/>
            <a:ext cx="10424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B29E84"/>
                </a:solidFill>
                <a:latin typeface="Segoe UI Semibold"/>
              </a:rPr>
              <a:t>04 · VALIDATION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1005840"/>
            <a:ext cx="108813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0" i="0">
                <a:solidFill>
                  <a:srgbClr val="253439"/>
                </a:solidFill>
                <a:latin typeface="Segoe UI Light"/>
              </a:rPr>
              <a:t>Analysis 1 : why the offset? 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1591056"/>
            <a:ext cx="855878" cy="50292"/>
          </a:xfrm>
          <a:prstGeom prst="rect">
            <a:avLst/>
          </a:prstGeom>
          <a:solidFill>
            <a:srgbClr val="253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633118" y="1591056"/>
            <a:ext cx="427939" cy="50292"/>
          </a:xfrm>
          <a:prstGeom prst="rect">
            <a:avLst/>
          </a:prstGeom>
          <a:solidFill>
            <a:srgbClr val="B29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061057" y="1591056"/>
            <a:ext cx="2008022" cy="50292"/>
          </a:xfrm>
          <a:prstGeom prst="rect">
            <a:avLst/>
          </a:prstGeom>
          <a:solidFill>
            <a:srgbClr val="7C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 rot="16200000">
            <a:off x="10625328" y="3310128"/>
            <a:ext cx="274320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7C898B"/>
                </a:solidFill>
                <a:latin typeface="Segoe UI Semibold"/>
              </a:rPr>
              <a:t>VALIDATION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75720" y="6473952"/>
            <a:ext cx="5669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7C898B"/>
                </a:solidFill>
                <a:latin typeface="Segoe UI Semibold"/>
              </a:rPr>
              <a:t>14</a:t>
            </a:r>
          </a:p>
        </p:txBody>
      </p:sp>
      <p:grpSp>
        <p:nvGrpSpPr>
          <p:cNvPr id="33" name="why_card_1">
            <a:extLst>
              <a:ext uri="{FF2B5EF4-FFF2-40B4-BE49-F238E27FC236}">
                <a16:creationId xmlns:a16="http://schemas.microsoft.com/office/drawing/2014/main" id="{D24A3D63-0DAE-1282-49C7-5CCF60D6841E}"/>
              </a:ext>
            </a:extLst>
          </p:cNvPr>
          <p:cNvGrpSpPr/>
          <p:nvPr/>
        </p:nvGrpSpPr>
        <p:grpSpPr>
          <a:xfrm>
            <a:off x="8055864" y="1920240"/>
            <a:ext cx="3401568" cy="3611880"/>
            <a:chOff x="777240" y="1920240"/>
            <a:chExt cx="3401568" cy="3611880"/>
          </a:xfrm>
        </p:grpSpPr>
        <p:sp>
          <p:nvSpPr>
            <p:cNvPr id="16" name="why1_00"/>
            <p:cNvSpPr/>
            <p:nvPr/>
          </p:nvSpPr>
          <p:spPr>
            <a:xfrm>
              <a:off x="777240" y="1920240"/>
              <a:ext cx="3401568" cy="361188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EDAD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why1_01"/>
            <p:cNvSpPr/>
            <p:nvPr/>
          </p:nvSpPr>
          <p:spPr>
            <a:xfrm>
              <a:off x="777240" y="1920240"/>
              <a:ext cx="3401568" cy="82296"/>
            </a:xfrm>
            <a:prstGeom prst="rect">
              <a:avLst/>
            </a:prstGeom>
            <a:solidFill>
              <a:srgbClr val="25343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why1_02"/>
            <p:cNvSpPr txBox="1"/>
            <p:nvPr/>
          </p:nvSpPr>
          <p:spPr>
            <a:xfrm>
              <a:off x="996695" y="2121408"/>
              <a:ext cx="3017520" cy="36576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1500" b="0" i="0">
                  <a:solidFill>
                    <a:srgbClr val="253439"/>
                  </a:solidFill>
                  <a:latin typeface="Segoe UI Semibold"/>
                </a:rPr>
                <a:t>Grips &amp; seating</a:t>
              </a:r>
            </a:p>
          </p:txBody>
        </p:sp>
        <p:sp>
          <p:nvSpPr>
            <p:cNvPr id="19" name="why1_03"/>
            <p:cNvSpPr/>
            <p:nvPr/>
          </p:nvSpPr>
          <p:spPr>
            <a:xfrm>
              <a:off x="996695" y="2523744"/>
              <a:ext cx="819302" cy="274320"/>
            </a:xfrm>
            <a:prstGeom prst="rect">
              <a:avLst/>
            </a:prstGeom>
            <a:solidFill>
              <a:srgbClr val="25343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36576" tIns="0" rIns="36576" bIns="0" rtlCol="0" anchor="ctr"/>
            <a:lstStyle/>
            <a:p>
              <a:pPr algn="ctr"/>
              <a:r>
                <a:rPr sz="850">
                  <a:solidFill>
                    <a:srgbClr val="FFFFFF"/>
                  </a:solidFill>
                  <a:latin typeface="Segoe UI Semibold"/>
                </a:rPr>
                <a:t>measured</a:t>
              </a:r>
            </a:p>
          </p:txBody>
        </p:sp>
        <p:sp>
          <p:nvSpPr>
            <p:cNvPr id="20" name="why1_04"/>
            <p:cNvSpPr txBox="1"/>
            <p:nvPr/>
          </p:nvSpPr>
          <p:spPr>
            <a:xfrm>
              <a:off x="996695" y="2999232"/>
              <a:ext cx="3017520" cy="144892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4000"/>
                </a:lnSpc>
                <a:spcAft>
                  <a:spcPts val="700"/>
                </a:spcAft>
              </a:pPr>
              <a:r>
                <a:rPr sz="1000" b="1" i="0" dirty="0">
                  <a:solidFill>
                    <a:srgbClr val="B29E84"/>
                  </a:solidFill>
                  <a:latin typeface="Segoe UI"/>
                </a:rPr>
                <a:t>▪  </a:t>
              </a:r>
              <a:r>
                <a:rPr sz="1000" b="0" i="0" dirty="0">
                  <a:solidFill>
                    <a:srgbClr val="253439"/>
                  </a:solidFill>
                  <a:latin typeface="Segoe UI"/>
                </a:rPr>
                <a:t>5</a:t>
              </a:r>
              <a:r>
                <a:rPr lang="en-GB" sz="1000" b="0" i="0" dirty="0">
                  <a:solidFill>
                    <a:srgbClr val="253439"/>
                  </a:solidFill>
                  <a:latin typeface="Segoe UI"/>
                </a:rPr>
                <a:t>0</a:t>
              </a:r>
              <a:r>
                <a:rPr sz="1000" b="0" i="0" dirty="0">
                  <a:solidFill>
                    <a:srgbClr val="253439"/>
                  </a:solidFill>
                  <a:latin typeface="Segoe UI"/>
                </a:rPr>
                <a:t> % of the EARLY crosshead travel </a:t>
              </a:r>
              <a:r>
                <a:rPr lang="en-GB" sz="1000" dirty="0">
                  <a:solidFill>
                    <a:srgbClr val="253439"/>
                  </a:solidFill>
                  <a:latin typeface="Segoe UI"/>
                </a:rPr>
                <a:t>(under 1% strain) </a:t>
              </a:r>
              <a:r>
                <a:rPr sz="1000" b="0" i="0" dirty="0">
                  <a:solidFill>
                    <a:srgbClr val="253439"/>
                  </a:solidFill>
                  <a:latin typeface="Segoe UI"/>
                </a:rPr>
                <a:t>is eaten by slack in our printed grips before the gauge feels anything</a:t>
              </a:r>
            </a:p>
            <a:p>
              <a:pPr algn="l">
                <a:lnSpc>
                  <a:spcPct val="104000"/>
                </a:lnSpc>
                <a:spcAft>
                  <a:spcPts val="700"/>
                </a:spcAft>
              </a:pPr>
              <a:r>
                <a:rPr sz="1000" b="1" i="0" dirty="0">
                  <a:solidFill>
                    <a:srgbClr val="B29E84"/>
                  </a:solidFill>
                  <a:latin typeface="Segoe UI"/>
                </a:rPr>
                <a:t>▪  </a:t>
              </a:r>
              <a:r>
                <a:rPr sz="1000" b="0" i="0" dirty="0">
                  <a:solidFill>
                    <a:srgbClr val="253439"/>
                  </a:solidFill>
                  <a:latin typeface="Segoe UI"/>
                </a:rPr>
                <a:t>our four runs cluster at 21 % of travel reaching the gauge — a joint that either seats or doesn't</a:t>
              </a:r>
            </a:p>
            <a:p>
              <a:pPr algn="l">
                <a:lnSpc>
                  <a:spcPct val="104000"/>
                </a:lnSpc>
                <a:spcAft>
                  <a:spcPts val="700"/>
                </a:spcAft>
              </a:pPr>
              <a:r>
                <a:rPr sz="1000" b="1" i="0" dirty="0">
                  <a:solidFill>
                    <a:srgbClr val="B29E84"/>
                  </a:solidFill>
                  <a:latin typeface="Segoe UI"/>
                </a:rPr>
                <a:t>▪  </a:t>
              </a:r>
              <a:r>
                <a:rPr sz="1000" b="0" i="0" dirty="0">
                  <a:solidFill>
                    <a:srgbClr val="253439"/>
                  </a:solidFill>
                  <a:latin typeface="Segoe UI"/>
                </a:rPr>
                <a:t>→ costs only EARLY crosshead travel and bends the curve's toe — the DIC strain never sees it: the camera watches the gauge, not the crosshead</a:t>
              </a:r>
            </a:p>
          </p:txBody>
        </p:sp>
      </p:grpSp>
      <p:grpSp>
        <p:nvGrpSpPr>
          <p:cNvPr id="35" name="why_card_3">
            <a:extLst>
              <a:ext uri="{FF2B5EF4-FFF2-40B4-BE49-F238E27FC236}">
                <a16:creationId xmlns:a16="http://schemas.microsoft.com/office/drawing/2014/main" id="{A3B8297C-2C41-DE1D-3AC3-F9DE5168A89C}"/>
              </a:ext>
            </a:extLst>
          </p:cNvPr>
          <p:cNvGrpSpPr/>
          <p:nvPr/>
        </p:nvGrpSpPr>
        <p:grpSpPr>
          <a:xfrm>
            <a:off x="4416552" y="1920240"/>
            <a:ext cx="3401568" cy="3611880"/>
            <a:chOff x="8055864" y="1920240"/>
            <a:chExt cx="3401568" cy="3611880"/>
          </a:xfrm>
        </p:grpSpPr>
        <p:sp>
          <p:nvSpPr>
            <p:cNvPr id="26" name="why3_00"/>
            <p:cNvSpPr/>
            <p:nvPr/>
          </p:nvSpPr>
          <p:spPr>
            <a:xfrm>
              <a:off x="8055864" y="1920240"/>
              <a:ext cx="3401568" cy="361188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EDAD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7" name="why3_01"/>
            <p:cNvSpPr/>
            <p:nvPr/>
          </p:nvSpPr>
          <p:spPr>
            <a:xfrm>
              <a:off x="8055864" y="1920240"/>
              <a:ext cx="3401568" cy="82296"/>
            </a:xfrm>
            <a:prstGeom prst="rect">
              <a:avLst/>
            </a:prstGeom>
            <a:solidFill>
              <a:srgbClr val="B29E8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8" name="why3_02"/>
            <p:cNvSpPr txBox="1"/>
            <p:nvPr/>
          </p:nvSpPr>
          <p:spPr>
            <a:xfrm>
              <a:off x="8275320" y="2121408"/>
              <a:ext cx="3017520" cy="36576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1500" b="0" i="0">
                  <a:solidFill>
                    <a:srgbClr val="253439"/>
                  </a:solidFill>
                  <a:latin typeface="Segoe UI Semibold"/>
                </a:rPr>
                <a:t>Pull speed</a:t>
              </a:r>
            </a:p>
          </p:txBody>
        </p:sp>
        <p:sp>
          <p:nvSpPr>
            <p:cNvPr id="29" name="why3_03"/>
            <p:cNvSpPr/>
            <p:nvPr/>
          </p:nvSpPr>
          <p:spPr>
            <a:xfrm>
              <a:off x="8275320" y="2523744"/>
              <a:ext cx="819302" cy="274320"/>
            </a:xfrm>
            <a:prstGeom prst="rect">
              <a:avLst/>
            </a:prstGeom>
            <a:solidFill>
              <a:srgbClr val="25343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36576" tIns="0" rIns="36576" bIns="0" rtlCol="0" anchor="ctr"/>
            <a:lstStyle/>
            <a:p>
              <a:pPr algn="ctr"/>
              <a:r>
                <a:rPr sz="850">
                  <a:solidFill>
                    <a:srgbClr val="FFFFFF"/>
                  </a:solidFill>
                  <a:latin typeface="Segoe UI Semibold"/>
                </a:rPr>
                <a:t>measured</a:t>
              </a:r>
            </a:p>
          </p:txBody>
        </p:sp>
        <p:sp>
          <p:nvSpPr>
            <p:cNvPr id="30" name="why3_04"/>
            <p:cNvSpPr txBox="1"/>
            <p:nvPr/>
          </p:nvSpPr>
          <p:spPr>
            <a:xfrm>
              <a:off x="8275320" y="2999232"/>
              <a:ext cx="3017520" cy="1039067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4000"/>
                </a:lnSpc>
                <a:spcAft>
                  <a:spcPts val="700"/>
                </a:spcAft>
              </a:pPr>
              <a:r>
                <a:rPr sz="1000" b="1" i="0" dirty="0">
                  <a:solidFill>
                    <a:srgbClr val="B29E84"/>
                  </a:solidFill>
                  <a:latin typeface="Segoe UI"/>
                </a:rPr>
                <a:t>▪ </a:t>
              </a:r>
              <a:r>
                <a:rPr lang="en-GB" sz="1000" dirty="0">
                  <a:solidFill>
                    <a:srgbClr val="253439"/>
                  </a:solidFill>
                  <a:latin typeface="Segoe UI"/>
                </a:rPr>
                <a:t>Travel s</a:t>
              </a:r>
              <a:r>
                <a:rPr sz="1000" b="0" i="0" dirty="0">
                  <a:solidFill>
                    <a:srgbClr val="253439"/>
                  </a:solidFill>
                  <a:latin typeface="Segoe UI"/>
                </a:rPr>
                <a:t>peed we INPUT is the CROSSHEAD's, in mm/</a:t>
              </a:r>
              <a:r>
                <a:rPr lang="en-GB" sz="1000" b="0" i="0" dirty="0">
                  <a:solidFill>
                    <a:srgbClr val="253439"/>
                  </a:solidFill>
                  <a:latin typeface="Segoe UI"/>
                </a:rPr>
                <a:t>sec</a:t>
              </a:r>
              <a:r>
                <a:rPr sz="1000" b="0" i="0" dirty="0">
                  <a:solidFill>
                    <a:srgbClr val="253439"/>
                  </a:solidFill>
                  <a:latin typeface="Segoe UI"/>
                </a:rPr>
                <a:t> (ours </a:t>
              </a:r>
              <a:r>
                <a:rPr lang="en-GB" sz="1000" b="0" i="0" dirty="0">
                  <a:solidFill>
                    <a:srgbClr val="253439"/>
                  </a:solidFill>
                  <a:latin typeface="Segoe UI"/>
                </a:rPr>
                <a:t>0.1 </a:t>
              </a:r>
              <a:r>
                <a:rPr sz="1000" b="0" i="0" dirty="0">
                  <a:solidFill>
                    <a:srgbClr val="253439"/>
                  </a:solidFill>
                  <a:latin typeface="Segoe UI"/>
                </a:rPr>
                <a:t>mm/</a:t>
              </a:r>
              <a:r>
                <a:rPr lang="en-GB" sz="1000" dirty="0">
                  <a:solidFill>
                    <a:srgbClr val="253439"/>
                  </a:solidFill>
                  <a:latin typeface="Segoe UI"/>
                </a:rPr>
                <a:t>sec</a:t>
              </a:r>
              <a:r>
                <a:rPr sz="1000" b="0" i="0" dirty="0">
                  <a:solidFill>
                    <a:srgbClr val="253439"/>
                  </a:solidFill>
                  <a:latin typeface="Segoe UI"/>
                </a:rPr>
                <a:t>) — an open loop: no feedback tracks whether the specimen is stretched at that speed</a:t>
              </a:r>
              <a:endParaRPr lang="en-GB" sz="1000" b="0" i="0" dirty="0">
                <a:solidFill>
                  <a:srgbClr val="253439"/>
                </a:solidFill>
                <a:latin typeface="Segoe UI"/>
              </a:endParaRPr>
            </a:p>
            <a:p>
              <a:pPr algn="l">
                <a:lnSpc>
                  <a:spcPct val="104000"/>
                </a:lnSpc>
                <a:spcAft>
                  <a:spcPts val="700"/>
                </a:spcAft>
              </a:pPr>
              <a:r>
                <a:rPr sz="1000" b="1" i="0" dirty="0">
                  <a:solidFill>
                    <a:srgbClr val="B29E84"/>
                  </a:solidFill>
                  <a:latin typeface="Segoe UI"/>
                </a:rPr>
                <a:t>▪  </a:t>
              </a:r>
              <a:r>
                <a:rPr sz="1000" b="0" i="0" dirty="0">
                  <a:solidFill>
                    <a:srgbClr val="253439"/>
                  </a:solidFill>
                  <a:latin typeface="Segoe UI"/>
                </a:rPr>
                <a:t>→ </a:t>
              </a:r>
              <a:r>
                <a:rPr lang="sv-SE" sz="1000" b="0" i="0" dirty="0" err="1">
                  <a:solidFill>
                    <a:srgbClr val="253439"/>
                  </a:solidFill>
                  <a:latin typeface="Segoe UI"/>
                </a:rPr>
                <a:t>S</a:t>
              </a:r>
              <a:r>
                <a:rPr lang="sv-SE" sz="1000" dirty="0" err="1">
                  <a:solidFill>
                    <a:srgbClr val="253439"/>
                  </a:solidFill>
                  <a:latin typeface="Segoe UI"/>
                </a:rPr>
                <a:t>train</a:t>
              </a:r>
              <a:r>
                <a:rPr lang="sv-SE" sz="1000" dirty="0">
                  <a:solidFill>
                    <a:srgbClr val="253439"/>
                  </a:solidFill>
                  <a:latin typeface="Segoe UI"/>
                </a:rPr>
                <a:t>-rate </a:t>
              </a:r>
              <a:r>
                <a:rPr sz="1000" b="0" i="0" dirty="0">
                  <a:solidFill>
                    <a:srgbClr val="253439"/>
                  </a:solidFill>
                  <a:latin typeface="Segoe UI"/>
                </a:rPr>
                <a:t>moves the SLOPE (E) more than the UTS — and predicts under 1 % of the stress gap</a:t>
              </a:r>
            </a:p>
          </p:txBody>
        </p:sp>
      </p:grpSp>
      <p:grpSp>
        <p:nvGrpSpPr>
          <p:cNvPr id="34" name="why_card_2">
            <a:extLst>
              <a:ext uri="{FF2B5EF4-FFF2-40B4-BE49-F238E27FC236}">
                <a16:creationId xmlns:a16="http://schemas.microsoft.com/office/drawing/2014/main" id="{37DC553F-5D42-5D1F-3F80-5F411305459A}"/>
              </a:ext>
            </a:extLst>
          </p:cNvPr>
          <p:cNvGrpSpPr/>
          <p:nvPr/>
        </p:nvGrpSpPr>
        <p:grpSpPr>
          <a:xfrm>
            <a:off x="777240" y="1920240"/>
            <a:ext cx="3401568" cy="3611880"/>
            <a:chOff x="4416552" y="1920240"/>
            <a:chExt cx="3401568" cy="3611880"/>
          </a:xfrm>
        </p:grpSpPr>
        <p:sp>
          <p:nvSpPr>
            <p:cNvPr id="21" name="why2_00"/>
            <p:cNvSpPr/>
            <p:nvPr/>
          </p:nvSpPr>
          <p:spPr>
            <a:xfrm>
              <a:off x="4416552" y="1920240"/>
              <a:ext cx="3401568" cy="361188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EDAD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" name="why2_01"/>
            <p:cNvSpPr/>
            <p:nvPr/>
          </p:nvSpPr>
          <p:spPr>
            <a:xfrm>
              <a:off x="4416552" y="1920240"/>
              <a:ext cx="3401568" cy="82296"/>
            </a:xfrm>
            <a:prstGeom prst="rect">
              <a:avLst/>
            </a:prstGeom>
            <a:solidFill>
              <a:srgbClr val="7C89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3" name="why2_02"/>
            <p:cNvSpPr txBox="1"/>
            <p:nvPr/>
          </p:nvSpPr>
          <p:spPr>
            <a:xfrm>
              <a:off x="4636008" y="2121408"/>
              <a:ext cx="3017520" cy="36576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1500" b="0" i="0">
                  <a:solidFill>
                    <a:srgbClr val="253439"/>
                  </a:solidFill>
                  <a:latin typeface="Segoe UI Semibold"/>
                </a:rPr>
                <a:t>Specimen &amp; moisture</a:t>
              </a:r>
            </a:p>
          </p:txBody>
        </p:sp>
        <p:sp>
          <p:nvSpPr>
            <p:cNvPr id="24" name="why2_03"/>
            <p:cNvSpPr/>
            <p:nvPr/>
          </p:nvSpPr>
          <p:spPr>
            <a:xfrm>
              <a:off x="4636008" y="2523744"/>
              <a:ext cx="735177" cy="274320"/>
            </a:xfrm>
            <a:prstGeom prst="rect">
              <a:avLst/>
            </a:prstGeom>
            <a:solidFill>
              <a:srgbClr val="B29E8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36576" tIns="0" rIns="36576" bIns="0" rtlCol="0" anchor="ctr"/>
            <a:lstStyle/>
            <a:p>
              <a:pPr algn="ctr"/>
              <a:r>
                <a:rPr sz="850">
                  <a:solidFill>
                    <a:srgbClr val="FFFFFF"/>
                  </a:solidFill>
                  <a:latin typeface="Segoe UI Semibold"/>
                </a:rPr>
                <a:t>studied</a:t>
              </a:r>
            </a:p>
          </p:txBody>
        </p:sp>
        <p:sp>
          <p:nvSpPr>
            <p:cNvPr id="25" name="why2_04"/>
            <p:cNvSpPr txBox="1"/>
            <p:nvPr/>
          </p:nvSpPr>
          <p:spPr>
            <a:xfrm>
              <a:off x="4636008" y="2999232"/>
              <a:ext cx="3017520" cy="71897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4000"/>
                </a:lnSpc>
                <a:spcAft>
                  <a:spcPts val="700"/>
                </a:spcAft>
              </a:pPr>
              <a:r>
                <a:rPr sz="1000" b="1" i="0" dirty="0">
                  <a:solidFill>
                    <a:srgbClr val="B29E84"/>
                  </a:solidFill>
                  <a:latin typeface="Segoe UI"/>
                </a:rPr>
                <a:t>▪  </a:t>
              </a:r>
              <a:r>
                <a:rPr lang="en-GB" sz="1000" dirty="0">
                  <a:solidFill>
                    <a:srgbClr val="253439"/>
                  </a:solidFill>
                  <a:latin typeface="Segoe UI"/>
                </a:rPr>
                <a:t>D</a:t>
              </a:r>
              <a:r>
                <a:rPr sz="1000" b="0" i="0" dirty="0" err="1">
                  <a:solidFill>
                    <a:srgbClr val="253439"/>
                  </a:solidFill>
                  <a:latin typeface="Segoe UI"/>
                </a:rPr>
                <a:t>ifferent</a:t>
              </a:r>
              <a:r>
                <a:rPr sz="1000" b="0" i="0" dirty="0">
                  <a:solidFill>
                    <a:srgbClr val="253439"/>
                  </a:solidFill>
                  <a:latin typeface="Segoe UI"/>
                </a:rPr>
                <a:t> print batches, weeks apart, unconditioned storage</a:t>
              </a:r>
            </a:p>
            <a:p>
              <a:pPr algn="l">
                <a:lnSpc>
                  <a:spcPct val="104000"/>
                </a:lnSpc>
                <a:spcAft>
                  <a:spcPts val="700"/>
                </a:spcAft>
              </a:pPr>
              <a:r>
                <a:rPr sz="1000" b="1" i="0" dirty="0">
                  <a:solidFill>
                    <a:srgbClr val="B29E84"/>
                  </a:solidFill>
                  <a:latin typeface="Segoe UI"/>
                </a:rPr>
                <a:t>▪  </a:t>
              </a:r>
              <a:r>
                <a:rPr sz="1000" b="0" i="0" dirty="0">
                  <a:solidFill>
                    <a:srgbClr val="253439"/>
                  </a:solidFill>
                  <a:latin typeface="Segoe UI"/>
                </a:rPr>
                <a:t>even within ONE batch, UTS scatters print-to-print (CV ≈ 2.5 %) — the batch effects sit on top of that</a:t>
              </a:r>
            </a:p>
            <a:p>
              <a:pPr algn="l">
                <a:lnSpc>
                  <a:spcPct val="104000"/>
                </a:lnSpc>
                <a:spcAft>
                  <a:spcPts val="700"/>
                </a:spcAft>
              </a:pPr>
              <a:r>
                <a:rPr sz="1000" b="1" i="0" dirty="0">
                  <a:solidFill>
                    <a:srgbClr val="B29E84"/>
                  </a:solidFill>
                  <a:latin typeface="Segoe UI"/>
                </a:rPr>
                <a:t>▪  </a:t>
              </a:r>
              <a:r>
                <a:rPr sz="1000" b="0" i="0" dirty="0">
                  <a:solidFill>
                    <a:srgbClr val="253439"/>
                  </a:solidFill>
                  <a:latin typeface="Segoe UI"/>
                </a:rPr>
                <a:t>literature: 24 h of humid filament storage already costs PLA ≈8.5 % UTS; 150 h ≈11 % (Hamid 2022)</a:t>
              </a:r>
            </a:p>
          </p:txBody>
        </p:sp>
        <p:sp>
          <p:nvSpPr>
            <p:cNvPr id="31" name="why2_05"/>
            <p:cNvSpPr txBox="1"/>
            <p:nvPr/>
          </p:nvSpPr>
          <p:spPr>
            <a:xfrm>
              <a:off x="4636008" y="5138928"/>
              <a:ext cx="3063240" cy="2377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780" b="0" i="0">
                  <a:solidFill>
                    <a:srgbClr val="7C898B"/>
                  </a:solidFill>
                  <a:latin typeface="Segoe UI"/>
                  <a:hlinkClick r:id="rId3"/>
                </a:rPr>
                <a:t>Hamid et al. 2022 · doi 10.1007/978-981-16-8954-3_47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932688"/>
          </a:xfrm>
          <a:prstGeom prst="rect">
            <a:avLst/>
          </a:prstGeom>
          <a:solidFill>
            <a:srgbClr val="253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42415"/>
            <a:ext cx="146304" cy="5815584"/>
          </a:xfrm>
          <a:prstGeom prst="rect">
            <a:avLst/>
          </a:prstGeom>
          <a:solidFill>
            <a:srgbClr val="7C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ju_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" y="256032"/>
            <a:ext cx="905256" cy="40233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1265408" y="347472"/>
            <a:ext cx="118872" cy="118872"/>
          </a:xfrm>
          <a:prstGeom prst="rect">
            <a:avLst/>
          </a:prstGeom>
          <a:solidFill>
            <a:srgbClr val="253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489436" y="347472"/>
            <a:ext cx="118872" cy="118872"/>
          </a:xfrm>
          <a:prstGeom prst="rect">
            <a:avLst/>
          </a:prstGeom>
          <a:solidFill>
            <a:srgbClr val="B29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713464" y="347472"/>
            <a:ext cx="118872" cy="118872"/>
          </a:xfrm>
          <a:prstGeom prst="rect">
            <a:avLst/>
          </a:prstGeom>
          <a:solidFill>
            <a:srgbClr val="7C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786384"/>
            <a:ext cx="10424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B29E84"/>
                </a:solidFill>
                <a:latin typeface="Segoe UI Semibold"/>
              </a:rPr>
              <a:t>04 · VALIDATION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1005840"/>
            <a:ext cx="10881360" cy="4462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sv-SE" sz="2900" b="1" dirty="0">
                <a:solidFill>
                  <a:srgbClr val="253439"/>
                </a:solidFill>
                <a:latin typeface="Segoe UI Light"/>
              </a:rPr>
              <a:t>Analysis 2 : </a:t>
            </a:r>
            <a:r>
              <a:rPr sz="2900" b="0" i="0" dirty="0">
                <a:solidFill>
                  <a:srgbClr val="253439"/>
                </a:solidFill>
                <a:latin typeface="Segoe UI Light"/>
              </a:rPr>
              <a:t>Same video, </a:t>
            </a:r>
            <a:r>
              <a:rPr lang="en-GB" sz="2900" b="0" i="0" dirty="0">
                <a:solidFill>
                  <a:srgbClr val="253439"/>
                </a:solidFill>
                <a:latin typeface="Segoe UI Light"/>
              </a:rPr>
              <a:t>Same specimen, </a:t>
            </a:r>
            <a:r>
              <a:rPr sz="2900" b="0" i="0" dirty="0">
                <a:solidFill>
                  <a:srgbClr val="253439"/>
                </a:solidFill>
                <a:latin typeface="Segoe UI Light"/>
              </a:rPr>
              <a:t>two calculation</a:t>
            </a:r>
            <a:r>
              <a:rPr lang="en-GB" sz="2900" b="0" i="0" dirty="0">
                <a:solidFill>
                  <a:srgbClr val="253439"/>
                </a:solidFill>
                <a:latin typeface="Segoe UI Light"/>
              </a:rPr>
              <a:t> methods</a:t>
            </a:r>
            <a:endParaRPr sz="2900" b="0" i="0" dirty="0">
              <a:solidFill>
                <a:srgbClr val="253439"/>
              </a:solidFill>
              <a:latin typeface="Segoe UI Light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77240" y="1591056"/>
            <a:ext cx="855878" cy="50292"/>
          </a:xfrm>
          <a:prstGeom prst="rect">
            <a:avLst/>
          </a:prstGeom>
          <a:solidFill>
            <a:srgbClr val="253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633118" y="1591056"/>
            <a:ext cx="427939" cy="50292"/>
          </a:xfrm>
          <a:prstGeom prst="rect">
            <a:avLst/>
          </a:prstGeom>
          <a:solidFill>
            <a:srgbClr val="B29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061057" y="1591056"/>
            <a:ext cx="2008022" cy="50292"/>
          </a:xfrm>
          <a:prstGeom prst="rect">
            <a:avLst/>
          </a:prstGeom>
          <a:solidFill>
            <a:srgbClr val="7C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 rot="16200000">
            <a:off x="10625328" y="3310128"/>
            <a:ext cx="274320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7C898B"/>
                </a:solidFill>
                <a:latin typeface="Segoe UI Semibold"/>
              </a:rPr>
              <a:t>VALIDATION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75720" y="6473952"/>
            <a:ext cx="5669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7C898B"/>
                </a:solidFill>
                <a:latin typeface="Segoe UI Semibold"/>
              </a:rPr>
              <a:t>15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1847088"/>
            <a:ext cx="10607040" cy="3058668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mot2pp_f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2342" y="1836164"/>
            <a:ext cx="9619091" cy="2947786"/>
          </a:xfrm>
          <a:prstGeom prst="rect">
            <a:avLst/>
          </a:prstGeom>
        </p:spPr>
      </p:pic>
      <p:grpSp>
        <p:nvGrpSpPr>
          <p:cNvPr id="39" name="analysis2_bottom">
            <a:extLst>
              <a:ext uri="{FF2B5EF4-FFF2-40B4-BE49-F238E27FC236}">
                <a16:creationId xmlns:a16="http://schemas.microsoft.com/office/drawing/2014/main" id="{BA60CED1-5586-AD7F-2D45-357788C9AE7C}"/>
              </a:ext>
            </a:extLst>
          </p:cNvPr>
          <p:cNvGrpSpPr/>
          <p:nvPr/>
        </p:nvGrpSpPr>
        <p:grpSpPr>
          <a:xfrm>
            <a:off x="777240" y="5074920"/>
            <a:ext cx="10680192" cy="1170432"/>
            <a:chOff x="777240" y="5074920"/>
            <a:chExt cx="10680192" cy="1170432"/>
          </a:xfrm>
        </p:grpSpPr>
        <p:sp>
          <p:nvSpPr>
            <p:cNvPr id="23" name="vbot_05"/>
            <p:cNvSpPr/>
            <p:nvPr/>
          </p:nvSpPr>
          <p:spPr>
            <a:xfrm>
              <a:off x="777240" y="5074920"/>
              <a:ext cx="3401568" cy="117043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EDAD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4" name="vbot_06"/>
            <p:cNvSpPr/>
            <p:nvPr/>
          </p:nvSpPr>
          <p:spPr>
            <a:xfrm>
              <a:off x="777240" y="5074920"/>
              <a:ext cx="64008" cy="1170432"/>
            </a:xfrm>
            <a:prstGeom prst="rect">
              <a:avLst/>
            </a:prstGeom>
            <a:solidFill>
              <a:srgbClr val="B29E8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5" name="vbot_07"/>
            <p:cNvSpPr txBox="1"/>
            <p:nvPr/>
          </p:nvSpPr>
          <p:spPr>
            <a:xfrm>
              <a:off x="978408" y="5148072"/>
              <a:ext cx="3108960" cy="36576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1600" b="0" i="0">
                  <a:solidFill>
                    <a:srgbClr val="253439"/>
                  </a:solidFill>
                  <a:latin typeface="Segoe UI Light"/>
                </a:rPr>
                <a:t>+0.08 %</a:t>
              </a:r>
            </a:p>
          </p:txBody>
        </p:sp>
        <p:sp>
          <p:nvSpPr>
            <p:cNvPr id="26" name="vbot_08"/>
            <p:cNvSpPr txBox="1"/>
            <p:nvPr/>
          </p:nvSpPr>
          <p:spPr>
            <a:xfrm>
              <a:off x="978408" y="5513832"/>
              <a:ext cx="3127248" cy="38404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95000"/>
                </a:lnSpc>
              </a:pPr>
              <a:r>
                <a:rPr sz="900" b="0" i="0">
                  <a:solidFill>
                    <a:srgbClr val="253439"/>
                  </a:solidFill>
                  <a:latin typeface="Segoe UI Semibold"/>
                </a:rPr>
                <a:t>fracture strain apart</a:t>
              </a:r>
            </a:p>
          </p:txBody>
        </p:sp>
        <p:sp>
          <p:nvSpPr>
            <p:cNvPr id="27" name="vbot_09"/>
            <p:cNvSpPr txBox="1"/>
            <p:nvPr/>
          </p:nvSpPr>
          <p:spPr>
            <a:xfrm>
              <a:off x="978408" y="5897880"/>
              <a:ext cx="3127248" cy="32918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95000"/>
                </a:lnSpc>
              </a:pPr>
              <a:r>
                <a:rPr sz="800" b="0" i="0">
                  <a:solidFill>
                    <a:srgbClr val="7C898B"/>
                  </a:solidFill>
                  <a:latin typeface="Segoe UI"/>
                </a:rPr>
                <a:t>5.21 (XT-205) vs 5.22 (PPD-UTM DIC), on the same footage</a:t>
              </a:r>
            </a:p>
          </p:txBody>
        </p:sp>
        <p:sp>
          <p:nvSpPr>
            <p:cNvPr id="28" name="vbot_10"/>
            <p:cNvSpPr/>
            <p:nvPr/>
          </p:nvSpPr>
          <p:spPr>
            <a:xfrm>
              <a:off x="4416552" y="5074920"/>
              <a:ext cx="3401568" cy="117043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EDAD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9" name="vbot_11"/>
            <p:cNvSpPr/>
            <p:nvPr/>
          </p:nvSpPr>
          <p:spPr>
            <a:xfrm>
              <a:off x="4416552" y="5074920"/>
              <a:ext cx="64008" cy="1170432"/>
            </a:xfrm>
            <a:prstGeom prst="rect">
              <a:avLst/>
            </a:prstGeom>
            <a:solidFill>
              <a:srgbClr val="B29E8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0" name="vbot_12"/>
            <p:cNvSpPr txBox="1"/>
            <p:nvPr/>
          </p:nvSpPr>
          <p:spPr>
            <a:xfrm>
              <a:off x="4617720" y="5148072"/>
              <a:ext cx="3108960" cy="36576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1600" b="0" i="0" dirty="0">
                  <a:solidFill>
                    <a:srgbClr val="253439"/>
                  </a:solidFill>
                  <a:latin typeface="Segoe UI Light"/>
                </a:rPr>
                <a:t>−55 µε</a:t>
              </a:r>
            </a:p>
          </p:txBody>
        </p:sp>
        <p:sp>
          <p:nvSpPr>
            <p:cNvPr id="31" name="vbot_13"/>
            <p:cNvSpPr txBox="1"/>
            <p:nvPr/>
          </p:nvSpPr>
          <p:spPr>
            <a:xfrm>
              <a:off x="4617720" y="5513832"/>
              <a:ext cx="3127248" cy="38404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95000"/>
                </a:lnSpc>
              </a:pPr>
              <a:r>
                <a:rPr sz="900" b="0" i="0">
                  <a:solidFill>
                    <a:srgbClr val="253439"/>
                  </a:solidFill>
                  <a:latin typeface="Segoe UI Semibold"/>
                </a:rPr>
                <a:t>constant difference, flat to fracture</a:t>
              </a:r>
            </a:p>
          </p:txBody>
        </p:sp>
        <p:sp>
          <p:nvSpPr>
            <p:cNvPr id="32" name="vbot_14"/>
            <p:cNvSpPr txBox="1"/>
            <p:nvPr/>
          </p:nvSpPr>
          <p:spPr>
            <a:xfrm>
              <a:off x="4617720" y="5897880"/>
              <a:ext cx="3127248" cy="32918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95000"/>
                </a:lnSpc>
              </a:pPr>
              <a:r>
                <a:rPr sz="800" b="0" i="0">
                  <a:solidFill>
                    <a:srgbClr val="7C898B"/>
                  </a:solidFill>
                  <a:latin typeface="Segoe UI"/>
                </a:rPr>
                <a:t>= 0.07 px on a 1255 px gauge</a:t>
              </a:r>
            </a:p>
          </p:txBody>
        </p:sp>
        <p:sp>
          <p:nvSpPr>
            <p:cNvPr id="33" name="vbot_15"/>
            <p:cNvSpPr/>
            <p:nvPr/>
          </p:nvSpPr>
          <p:spPr>
            <a:xfrm>
              <a:off x="8055864" y="5074920"/>
              <a:ext cx="3401568" cy="117043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EDAD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4" name="vbot_16"/>
            <p:cNvSpPr/>
            <p:nvPr/>
          </p:nvSpPr>
          <p:spPr>
            <a:xfrm>
              <a:off x="8055864" y="5074920"/>
              <a:ext cx="64008" cy="1170432"/>
            </a:xfrm>
            <a:prstGeom prst="rect">
              <a:avLst/>
            </a:prstGeom>
            <a:solidFill>
              <a:srgbClr val="B29E8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5" name="vbot_17"/>
            <p:cNvSpPr txBox="1"/>
            <p:nvPr/>
          </p:nvSpPr>
          <p:spPr>
            <a:xfrm>
              <a:off x="8257032" y="5148072"/>
              <a:ext cx="3108960" cy="36576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1600" b="0" i="0" dirty="0">
                  <a:solidFill>
                    <a:srgbClr val="253439"/>
                  </a:solidFill>
                  <a:latin typeface="Segoe UI Light"/>
                </a:rPr>
                <a:t>3.21–3.24 vs 3.23</a:t>
              </a:r>
            </a:p>
          </p:txBody>
        </p:sp>
        <p:sp>
          <p:nvSpPr>
            <p:cNvPr id="36" name="vbot_18"/>
            <p:cNvSpPr txBox="1"/>
            <p:nvPr/>
          </p:nvSpPr>
          <p:spPr>
            <a:xfrm>
              <a:off x="8257032" y="5513832"/>
              <a:ext cx="3127248" cy="38404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95000"/>
                </a:lnSpc>
              </a:pPr>
              <a:r>
                <a:rPr sz="900" b="0" i="0">
                  <a:solidFill>
                    <a:srgbClr val="253439"/>
                  </a:solidFill>
                  <a:latin typeface="Segoe UI Semibold"/>
                </a:rPr>
                <a:t>Young's modulus E (GPa), elastic region — PPD-UTM DIC fits on the XT-205 footage vs the XT-205 machine</a:t>
              </a:r>
            </a:p>
          </p:txBody>
        </p:sp>
        <p:sp>
          <p:nvSpPr>
            <p:cNvPr id="37" name="vbot_19"/>
            <p:cNvSpPr txBox="1"/>
            <p:nvPr/>
          </p:nvSpPr>
          <p:spPr>
            <a:xfrm>
              <a:off x="8257032" y="5897880"/>
              <a:ext cx="3127248" cy="32918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95000"/>
                </a:lnSpc>
              </a:pPr>
              <a:r>
                <a:rPr sz="800" b="0" i="0" dirty="0">
                  <a:solidFill>
                    <a:srgbClr val="7C898B"/>
                  </a:solidFill>
                  <a:latin typeface="Segoe UI"/>
                </a:rPr>
                <a:t>fixed-window fit 3.21 · steepest-window 3.24 · machine 3.23 — the SLOPE agrees, not just the endpoints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932688"/>
          </a:xfrm>
          <a:prstGeom prst="rect">
            <a:avLst/>
          </a:prstGeom>
          <a:solidFill>
            <a:srgbClr val="253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42415"/>
            <a:ext cx="146304" cy="5815584"/>
          </a:xfrm>
          <a:prstGeom prst="rect">
            <a:avLst/>
          </a:prstGeom>
          <a:solidFill>
            <a:srgbClr val="7C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ju_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" y="256032"/>
            <a:ext cx="905256" cy="40233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1265408" y="347472"/>
            <a:ext cx="118872" cy="118872"/>
          </a:xfrm>
          <a:prstGeom prst="rect">
            <a:avLst/>
          </a:prstGeom>
          <a:solidFill>
            <a:srgbClr val="253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489436" y="347472"/>
            <a:ext cx="118872" cy="118872"/>
          </a:xfrm>
          <a:prstGeom prst="rect">
            <a:avLst/>
          </a:prstGeom>
          <a:solidFill>
            <a:srgbClr val="B29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713464" y="347472"/>
            <a:ext cx="118872" cy="118872"/>
          </a:xfrm>
          <a:prstGeom prst="rect">
            <a:avLst/>
          </a:prstGeom>
          <a:solidFill>
            <a:srgbClr val="7C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786384"/>
            <a:ext cx="10424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B29E84"/>
                </a:solidFill>
                <a:latin typeface="Segoe UI Semibold"/>
              </a:rPr>
              <a:t>05 · PROCESS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1005840"/>
            <a:ext cx="10881360" cy="4462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0" i="0" dirty="0">
                <a:solidFill>
                  <a:srgbClr val="253439"/>
                </a:solidFill>
                <a:latin typeface="Segoe UI Light"/>
              </a:rPr>
              <a:t>AI in the loop - Built by one engineer and </a:t>
            </a:r>
            <a:r>
              <a:rPr lang="en-GB" sz="2900" b="0" i="0" dirty="0">
                <a:solidFill>
                  <a:srgbClr val="253439"/>
                </a:solidFill>
                <a:latin typeface="Segoe UI Light"/>
              </a:rPr>
              <a:t>a </a:t>
            </a:r>
            <a:r>
              <a:rPr sz="2900" b="0" i="0" dirty="0">
                <a:solidFill>
                  <a:srgbClr val="253439"/>
                </a:solidFill>
                <a:latin typeface="Segoe UI Light"/>
              </a:rPr>
              <a:t>coding agent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1591056"/>
            <a:ext cx="855878" cy="50292"/>
          </a:xfrm>
          <a:prstGeom prst="rect">
            <a:avLst/>
          </a:prstGeom>
          <a:solidFill>
            <a:srgbClr val="253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633118" y="1591056"/>
            <a:ext cx="427939" cy="50292"/>
          </a:xfrm>
          <a:prstGeom prst="rect">
            <a:avLst/>
          </a:prstGeom>
          <a:solidFill>
            <a:srgbClr val="B29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061057" y="1591056"/>
            <a:ext cx="2008022" cy="50292"/>
          </a:xfrm>
          <a:prstGeom prst="rect">
            <a:avLst/>
          </a:prstGeom>
          <a:solidFill>
            <a:srgbClr val="7C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 rot="16200000">
            <a:off x="10625328" y="3310128"/>
            <a:ext cx="274320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7C898B"/>
                </a:solidFill>
                <a:latin typeface="Segoe UI Semibold"/>
              </a:rPr>
              <a:t>PROCESS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75720" y="6473952"/>
            <a:ext cx="5669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7C898B"/>
                </a:solidFill>
                <a:latin typeface="Segoe UI Semibold"/>
              </a:rPr>
              <a:t>16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1920240"/>
            <a:ext cx="416052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77240" y="1920240"/>
            <a:ext cx="64008" cy="768096"/>
          </a:xfrm>
          <a:prstGeom prst="rect">
            <a:avLst/>
          </a:prstGeom>
          <a:solidFill>
            <a:srgbClr val="253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87552" y="2011680"/>
            <a:ext cx="1417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253439"/>
                </a:solidFill>
                <a:latin typeface="Segoe UI Semibold"/>
              </a:rPr>
              <a:t>intent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23160" y="2039112"/>
            <a:ext cx="24688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950" b="0" i="0">
                <a:solidFill>
                  <a:srgbClr val="7C898B"/>
                </a:solidFill>
                <a:latin typeface="Segoe UI"/>
              </a:rPr>
              <a:t>“the rig must stop itself at fracture”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2825496"/>
            <a:ext cx="416052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77240" y="2825496"/>
            <a:ext cx="64008" cy="768096"/>
          </a:xfrm>
          <a:prstGeom prst="rect">
            <a:avLst/>
          </a:prstGeom>
          <a:solidFill>
            <a:srgbClr val="B29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87552" y="2916936"/>
            <a:ext cx="1417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253439"/>
                </a:solidFill>
                <a:latin typeface="Segoe UI Semibold"/>
              </a:rPr>
              <a:t>prompt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23160" y="2944368"/>
            <a:ext cx="24688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950" b="0" i="0">
                <a:solidFill>
                  <a:srgbClr val="7C898B"/>
                </a:solidFill>
                <a:latin typeface="Segoe UI"/>
              </a:rPr>
              <a:t>precise ask + constraints + how to verify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3730752"/>
            <a:ext cx="416052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77240" y="3730752"/>
            <a:ext cx="64008" cy="768096"/>
          </a:xfrm>
          <a:prstGeom prst="rect">
            <a:avLst/>
          </a:prstGeom>
          <a:solidFill>
            <a:srgbClr val="253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87552" y="3822191"/>
            <a:ext cx="1417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253439"/>
                </a:solidFill>
                <a:latin typeface="Segoe UI Semibold"/>
              </a:rPr>
              <a:t>Claude Code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23160" y="3849624"/>
            <a:ext cx="24688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950" b="0" i="0">
                <a:solidFill>
                  <a:srgbClr val="7C898B"/>
                </a:solidFill>
                <a:latin typeface="Segoe UI"/>
              </a:rPr>
              <a:t>writes app code, tests, analysis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4636008"/>
            <a:ext cx="416052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77240" y="4636008"/>
            <a:ext cx="64008" cy="768096"/>
          </a:xfrm>
          <a:prstGeom prst="rect">
            <a:avLst/>
          </a:prstGeom>
          <a:solidFill>
            <a:srgbClr val="B29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87552" y="4727448"/>
            <a:ext cx="1417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253439"/>
                </a:solidFill>
                <a:latin typeface="Segoe UI Semibold"/>
              </a:rPr>
              <a:t>verify on rig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23160" y="4754880"/>
            <a:ext cx="24688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950" b="0" i="0">
                <a:solidFill>
                  <a:srgbClr val="7C898B"/>
                </a:solidFill>
                <a:latin typeface="Segoe UI"/>
              </a:rPr>
              <a:t>real pulls; failures go straight back in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7240" y="5541264"/>
            <a:ext cx="416052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777240" y="5541264"/>
            <a:ext cx="64008" cy="768096"/>
          </a:xfrm>
          <a:prstGeom prst="rect">
            <a:avLst/>
          </a:prstGeom>
          <a:solidFill>
            <a:srgbClr val="253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87552" y="5632704"/>
            <a:ext cx="1417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253439"/>
                </a:solidFill>
                <a:latin typeface="Segoe UI Semibold"/>
              </a:rPr>
              <a:t>evidence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423160" y="5660136"/>
            <a:ext cx="24688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950" b="0" i="0">
                <a:solidFill>
                  <a:srgbClr val="7C898B"/>
                </a:solidFill>
                <a:latin typeface="Segoe UI"/>
              </a:rPr>
              <a:t>every claim becomes a measured deck page</a:t>
            </a:r>
          </a:p>
        </p:txBody>
      </p:sp>
      <p:sp>
        <p:nvSpPr>
          <p:cNvPr id="36" name="Down Arrow 35"/>
          <p:cNvSpPr/>
          <p:nvPr/>
        </p:nvSpPr>
        <p:spPr>
          <a:xfrm>
            <a:off x="905256" y="2615184"/>
            <a:ext cx="274320" cy="292608"/>
          </a:xfrm>
          <a:prstGeom prst="downArrow">
            <a:avLst/>
          </a:prstGeom>
          <a:solidFill>
            <a:srgbClr val="B29E84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Down Arrow 36"/>
          <p:cNvSpPr/>
          <p:nvPr/>
        </p:nvSpPr>
        <p:spPr>
          <a:xfrm>
            <a:off x="905256" y="3520439"/>
            <a:ext cx="274320" cy="292608"/>
          </a:xfrm>
          <a:prstGeom prst="downArrow">
            <a:avLst/>
          </a:prstGeom>
          <a:solidFill>
            <a:srgbClr val="B29E84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Down Arrow 37"/>
          <p:cNvSpPr/>
          <p:nvPr/>
        </p:nvSpPr>
        <p:spPr>
          <a:xfrm>
            <a:off x="905256" y="4425696"/>
            <a:ext cx="274320" cy="292608"/>
          </a:xfrm>
          <a:prstGeom prst="downArrow">
            <a:avLst/>
          </a:prstGeom>
          <a:solidFill>
            <a:srgbClr val="B29E84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Down Arrow 38"/>
          <p:cNvSpPr/>
          <p:nvPr/>
        </p:nvSpPr>
        <p:spPr>
          <a:xfrm>
            <a:off x="905256" y="5330952"/>
            <a:ext cx="274320" cy="292608"/>
          </a:xfrm>
          <a:prstGeom prst="downArrow">
            <a:avLst/>
          </a:prstGeom>
          <a:solidFill>
            <a:srgbClr val="B29E84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475488" y="3189427"/>
            <a:ext cx="237744" cy="41148"/>
          </a:xfrm>
          <a:prstGeom prst="rect">
            <a:avLst/>
          </a:prstGeom>
          <a:solidFill>
            <a:srgbClr val="B29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75488" y="3189427"/>
            <a:ext cx="41148" cy="1851660"/>
          </a:xfrm>
          <a:prstGeom prst="rect">
            <a:avLst/>
          </a:prstGeom>
          <a:solidFill>
            <a:srgbClr val="B29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75488" y="4999939"/>
            <a:ext cx="301752" cy="41148"/>
          </a:xfrm>
          <a:prstGeom prst="rect">
            <a:avLst/>
          </a:prstGeom>
          <a:solidFill>
            <a:srgbClr val="B29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ight Arrow 42"/>
          <p:cNvSpPr/>
          <p:nvPr/>
        </p:nvSpPr>
        <p:spPr>
          <a:xfrm>
            <a:off x="594360" y="3113532"/>
            <a:ext cx="201168" cy="192024"/>
          </a:xfrm>
          <a:prstGeom prst="rightArrow">
            <a:avLst/>
          </a:prstGeom>
          <a:solidFill>
            <a:srgbClr val="B29E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57" name="ai_tile_1">
            <a:extLst>
              <a:ext uri="{FF2B5EF4-FFF2-40B4-BE49-F238E27FC236}">
                <a16:creationId xmlns:a16="http://schemas.microsoft.com/office/drawing/2014/main" id="{80F39C3C-F53F-ED82-749C-F730A5E3AECB}"/>
              </a:ext>
            </a:extLst>
          </p:cNvPr>
          <p:cNvGrpSpPr/>
          <p:nvPr/>
        </p:nvGrpSpPr>
        <p:grpSpPr>
          <a:xfrm>
            <a:off x="5212080" y="1920240"/>
            <a:ext cx="6199632" cy="768096"/>
            <a:chOff x="5212080" y="1920240"/>
            <a:chExt cx="6199632" cy="768096"/>
          </a:xfrm>
        </p:grpSpPr>
        <p:sp>
          <p:nvSpPr>
            <p:cNvPr id="44" name="tile1_00"/>
            <p:cNvSpPr/>
            <p:nvPr/>
          </p:nvSpPr>
          <p:spPr>
            <a:xfrm>
              <a:off x="5212080" y="1920240"/>
              <a:ext cx="6199632" cy="768096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EDAD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5" name="tile1_01"/>
            <p:cNvSpPr txBox="1"/>
            <p:nvPr/>
          </p:nvSpPr>
          <p:spPr>
            <a:xfrm>
              <a:off x="5440680" y="2048256"/>
              <a:ext cx="1600200" cy="50292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2000" b="0" i="0">
                  <a:solidFill>
                    <a:srgbClr val="253439"/>
                  </a:solidFill>
                  <a:latin typeface="Segoe UI Light"/>
                </a:rPr>
                <a:t>370</a:t>
              </a:r>
            </a:p>
          </p:txBody>
        </p:sp>
        <p:sp>
          <p:nvSpPr>
            <p:cNvPr id="46" name="tile1_02"/>
            <p:cNvSpPr txBox="1"/>
            <p:nvPr/>
          </p:nvSpPr>
          <p:spPr>
            <a:xfrm>
              <a:off x="6903720" y="2075688"/>
              <a:ext cx="4389120" cy="4572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96000"/>
                </a:lnSpc>
              </a:pPr>
              <a:r>
                <a:rPr sz="950" b="0" i="0">
                  <a:solidFill>
                    <a:srgbClr val="7C898B"/>
                  </a:solidFill>
                  <a:latin typeface="Segoe UI"/>
                </a:rPr>
                <a:t>commits · 94 % co-authored with the agent</a:t>
              </a:r>
            </a:p>
          </p:txBody>
        </p:sp>
      </p:grpSp>
      <p:grpSp>
        <p:nvGrpSpPr>
          <p:cNvPr id="58" name="ai_tile_2">
            <a:extLst>
              <a:ext uri="{FF2B5EF4-FFF2-40B4-BE49-F238E27FC236}">
                <a16:creationId xmlns:a16="http://schemas.microsoft.com/office/drawing/2014/main" id="{96A4DF63-2C23-970D-BF6E-A98C6D710DCE}"/>
              </a:ext>
            </a:extLst>
          </p:cNvPr>
          <p:cNvGrpSpPr/>
          <p:nvPr/>
        </p:nvGrpSpPr>
        <p:grpSpPr>
          <a:xfrm>
            <a:off x="5212080" y="2825496"/>
            <a:ext cx="6199632" cy="768096"/>
            <a:chOff x="5212080" y="2825496"/>
            <a:chExt cx="6199632" cy="768096"/>
          </a:xfrm>
        </p:grpSpPr>
        <p:sp>
          <p:nvSpPr>
            <p:cNvPr id="47" name="tile2_03"/>
            <p:cNvSpPr/>
            <p:nvPr/>
          </p:nvSpPr>
          <p:spPr>
            <a:xfrm>
              <a:off x="5212080" y="2825496"/>
              <a:ext cx="6199632" cy="768096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EDAD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8" name="tile2_04"/>
            <p:cNvSpPr txBox="1"/>
            <p:nvPr/>
          </p:nvSpPr>
          <p:spPr>
            <a:xfrm>
              <a:off x="5440680" y="2953512"/>
              <a:ext cx="1600200" cy="50292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2000" b="0" i="0">
                  <a:solidFill>
                    <a:srgbClr val="253439"/>
                  </a:solidFill>
                  <a:latin typeface="Segoe UI Light"/>
                </a:rPr>
                <a:t>~26 k</a:t>
              </a:r>
            </a:p>
          </p:txBody>
        </p:sp>
        <p:sp>
          <p:nvSpPr>
            <p:cNvPr id="49" name="tile2_05"/>
            <p:cNvSpPr txBox="1"/>
            <p:nvPr/>
          </p:nvSpPr>
          <p:spPr>
            <a:xfrm>
              <a:off x="6903720" y="2980944"/>
              <a:ext cx="4389120" cy="4572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96000"/>
                </a:lnSpc>
              </a:pPr>
              <a:r>
                <a:rPr sz="950" b="0" i="0">
                  <a:solidFill>
                    <a:srgbClr val="7C898B"/>
                  </a:solidFill>
                  <a:latin typeface="Segoe UI"/>
                </a:rPr>
                <a:t>lines of Python in the rig software itself — app, DIC engine, analysis, tests (deck-builder scripts not counted)</a:t>
              </a:r>
            </a:p>
          </p:txBody>
        </p:sp>
      </p:grpSp>
      <p:grpSp>
        <p:nvGrpSpPr>
          <p:cNvPr id="59" name="ai_tile_3">
            <a:extLst>
              <a:ext uri="{FF2B5EF4-FFF2-40B4-BE49-F238E27FC236}">
                <a16:creationId xmlns:a16="http://schemas.microsoft.com/office/drawing/2014/main" id="{0FC1626B-3F85-3BB6-CFD9-E836716A9ECC}"/>
              </a:ext>
            </a:extLst>
          </p:cNvPr>
          <p:cNvGrpSpPr/>
          <p:nvPr/>
        </p:nvGrpSpPr>
        <p:grpSpPr>
          <a:xfrm>
            <a:off x="5212080" y="3730752"/>
            <a:ext cx="6199632" cy="768096"/>
            <a:chOff x="5212080" y="3730752"/>
            <a:chExt cx="6199632" cy="768096"/>
          </a:xfrm>
        </p:grpSpPr>
        <p:sp>
          <p:nvSpPr>
            <p:cNvPr id="50" name="tile3_06"/>
            <p:cNvSpPr/>
            <p:nvPr/>
          </p:nvSpPr>
          <p:spPr>
            <a:xfrm>
              <a:off x="5212080" y="3730752"/>
              <a:ext cx="6199632" cy="768096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EDAD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1" name="tile3_07"/>
            <p:cNvSpPr txBox="1"/>
            <p:nvPr/>
          </p:nvSpPr>
          <p:spPr>
            <a:xfrm>
              <a:off x="5440680" y="3858768"/>
              <a:ext cx="1600200" cy="50292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2000" b="0" i="0">
                  <a:solidFill>
                    <a:srgbClr val="253439"/>
                  </a:solidFill>
                  <a:latin typeface="Segoe UI Light"/>
                </a:rPr>
                <a:t>853</a:t>
              </a:r>
            </a:p>
          </p:txBody>
        </p:sp>
        <p:sp>
          <p:nvSpPr>
            <p:cNvPr id="52" name="tile3_08"/>
            <p:cNvSpPr txBox="1"/>
            <p:nvPr/>
          </p:nvSpPr>
          <p:spPr>
            <a:xfrm>
              <a:off x="6903720" y="3886200"/>
              <a:ext cx="4389120" cy="4572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96000"/>
                </a:lnSpc>
              </a:pPr>
              <a:r>
                <a:rPr sz="950" b="0" i="0">
                  <a:solidFill>
                    <a:srgbClr val="7C898B"/>
                  </a:solidFill>
                  <a:latin typeface="Segoe UI"/>
                </a:rPr>
                <a:t>prompts, measured from the session log (28 May → 6 Sep) — about two per shipped commit</a:t>
              </a:r>
            </a:p>
          </p:txBody>
        </p:sp>
      </p:grpSp>
      <p:grpSp>
        <p:nvGrpSpPr>
          <p:cNvPr id="60" name="ai_tile_4">
            <a:extLst>
              <a:ext uri="{FF2B5EF4-FFF2-40B4-BE49-F238E27FC236}">
                <a16:creationId xmlns:a16="http://schemas.microsoft.com/office/drawing/2014/main" id="{33ACD2A1-EB5D-DE0E-17F4-F00D8281934A}"/>
              </a:ext>
            </a:extLst>
          </p:cNvPr>
          <p:cNvGrpSpPr/>
          <p:nvPr/>
        </p:nvGrpSpPr>
        <p:grpSpPr>
          <a:xfrm>
            <a:off x="5212080" y="4636008"/>
            <a:ext cx="6199632" cy="768096"/>
            <a:chOff x="5212080" y="4636008"/>
            <a:chExt cx="6199632" cy="768096"/>
          </a:xfrm>
        </p:grpSpPr>
        <p:sp>
          <p:nvSpPr>
            <p:cNvPr id="53" name="tile4_09"/>
            <p:cNvSpPr/>
            <p:nvPr/>
          </p:nvSpPr>
          <p:spPr>
            <a:xfrm>
              <a:off x="5212080" y="4636008"/>
              <a:ext cx="6199632" cy="768096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EDAD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4" name="tile4_10"/>
            <p:cNvSpPr txBox="1"/>
            <p:nvPr/>
          </p:nvSpPr>
          <p:spPr>
            <a:xfrm>
              <a:off x="5440680" y="4764024"/>
              <a:ext cx="1600200" cy="50292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2000" b="0" i="0">
                  <a:solidFill>
                    <a:srgbClr val="253439"/>
                  </a:solidFill>
                  <a:latin typeface="Segoe UI Light"/>
                </a:rPr>
                <a:t>≈7×</a:t>
              </a:r>
            </a:p>
          </p:txBody>
        </p:sp>
        <p:sp>
          <p:nvSpPr>
            <p:cNvPr id="55" name="tile4_11"/>
            <p:cNvSpPr txBox="1"/>
            <p:nvPr/>
          </p:nvSpPr>
          <p:spPr>
            <a:xfrm>
              <a:off x="6903720" y="4791456"/>
              <a:ext cx="4389120" cy="4572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96000"/>
                </a:lnSpc>
              </a:pPr>
              <a:r>
                <a:rPr sz="950" b="0" i="0">
                  <a:solidFill>
                    <a:srgbClr val="7C898B"/>
                  </a:solidFill>
                  <a:latin typeface="Segoe UI"/>
                </a:rPr>
                <a:t>the leverage: 195 h hands-on with the agent over 6 months vs ≈1 300 h estimated solo (26 k lines of hardware-coupled GUI + vision code at ~20 finished lines/hour)</a:t>
              </a:r>
            </a:p>
          </p:txBody>
        </p:sp>
      </p:grpSp>
      <p:sp>
        <p:nvSpPr>
          <p:cNvPr id="56" name="TextBox 55"/>
          <p:cNvSpPr txBox="1"/>
          <p:nvPr/>
        </p:nvSpPr>
        <p:spPr>
          <a:xfrm>
            <a:off x="5212080" y="5596128"/>
            <a:ext cx="62179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500"/>
              </a:spcAft>
            </a:pPr>
            <a:r>
              <a:rPr sz="1050" b="1" i="0">
                <a:solidFill>
                  <a:srgbClr val="B29E84"/>
                </a:solidFill>
                <a:latin typeface="Segoe UI"/>
              </a:rPr>
              <a:t>▪  </a:t>
            </a:r>
            <a:r>
              <a:rPr sz="1050" b="1" i="0">
                <a:solidFill>
                  <a:srgbClr val="253439"/>
                </a:solidFill>
                <a:latin typeface="Segoe UI"/>
              </a:rPr>
              <a:t>the prompt is the engineering: what to build, what would falsify it, how to prove it ran</a:t>
            </a:r>
          </a:p>
          <a:p>
            <a:pPr algn="l">
              <a:lnSpc>
                <a:spcPct val="104000"/>
              </a:lnSpc>
              <a:spcAft>
                <a:spcPts val="500"/>
              </a:spcAft>
            </a:pPr>
            <a:r>
              <a:rPr sz="1050" b="1" i="0">
                <a:solidFill>
                  <a:srgbClr val="B29E84"/>
                </a:solidFill>
                <a:latin typeface="Segoe UI"/>
              </a:rPr>
              <a:t>▪  </a:t>
            </a:r>
            <a:r>
              <a:rPr sz="1050" b="0" i="0">
                <a:solidFill>
                  <a:srgbClr val="253439"/>
                </a:solidFill>
                <a:latin typeface="Segoe UI"/>
              </a:rPr>
              <a:t>the agent measures instead of assuming — it renders every page and looks at it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932688"/>
          </a:xfrm>
          <a:prstGeom prst="rect">
            <a:avLst/>
          </a:prstGeom>
          <a:solidFill>
            <a:srgbClr val="253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42415"/>
            <a:ext cx="146304" cy="5815584"/>
          </a:xfrm>
          <a:prstGeom prst="rect">
            <a:avLst/>
          </a:prstGeom>
          <a:solidFill>
            <a:srgbClr val="7C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ju_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" y="256032"/>
            <a:ext cx="905256" cy="40233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1265408" y="347472"/>
            <a:ext cx="118872" cy="118872"/>
          </a:xfrm>
          <a:prstGeom prst="rect">
            <a:avLst/>
          </a:prstGeom>
          <a:solidFill>
            <a:srgbClr val="253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489436" y="347472"/>
            <a:ext cx="118872" cy="118872"/>
          </a:xfrm>
          <a:prstGeom prst="rect">
            <a:avLst/>
          </a:prstGeom>
          <a:solidFill>
            <a:srgbClr val="B29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713464" y="347472"/>
            <a:ext cx="118872" cy="118872"/>
          </a:xfrm>
          <a:prstGeom prst="rect">
            <a:avLst/>
          </a:prstGeom>
          <a:solidFill>
            <a:srgbClr val="7C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786384"/>
            <a:ext cx="10424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B29E84"/>
                </a:solidFill>
                <a:latin typeface="Segoe UI Semibold"/>
              </a:rPr>
              <a:t>06 · OUTLOOK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1005840"/>
            <a:ext cx="108813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0" i="0">
                <a:solidFill>
                  <a:srgbClr val="253439"/>
                </a:solidFill>
                <a:latin typeface="Segoe UI Light"/>
              </a:rPr>
              <a:t>Future work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1591056"/>
            <a:ext cx="855878" cy="50292"/>
          </a:xfrm>
          <a:prstGeom prst="rect">
            <a:avLst/>
          </a:prstGeom>
          <a:solidFill>
            <a:srgbClr val="253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633118" y="1591056"/>
            <a:ext cx="427939" cy="50292"/>
          </a:xfrm>
          <a:prstGeom prst="rect">
            <a:avLst/>
          </a:prstGeom>
          <a:solidFill>
            <a:srgbClr val="B29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061057" y="1591056"/>
            <a:ext cx="2008022" cy="50292"/>
          </a:xfrm>
          <a:prstGeom prst="rect">
            <a:avLst/>
          </a:prstGeom>
          <a:solidFill>
            <a:srgbClr val="7C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 rot="16200000">
            <a:off x="10625328" y="3310128"/>
            <a:ext cx="274320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7C898B"/>
                </a:solidFill>
                <a:latin typeface="Segoe UI Semibold"/>
              </a:rPr>
              <a:t>OUTLOOK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75720" y="6473952"/>
            <a:ext cx="5669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7C898B"/>
                </a:solidFill>
                <a:latin typeface="Segoe UI Semibold"/>
              </a:rPr>
              <a:t>17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1874519"/>
            <a:ext cx="3401568" cy="2048256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77240" y="1874519"/>
            <a:ext cx="64008" cy="2048256"/>
          </a:xfrm>
          <a:prstGeom prst="rect">
            <a:avLst/>
          </a:prstGeom>
          <a:solidFill>
            <a:srgbClr val="B29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78408" y="1993391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253439"/>
                </a:solidFill>
                <a:latin typeface="Segoe UI Semibold"/>
              </a:rPr>
              <a:t>Poisson &amp; true stress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8408" y="2331720"/>
            <a:ext cx="306324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253439"/>
                </a:solidFill>
                <a:latin typeface="Segoe UI"/>
              </a:rPr>
              <a:t>four markers → lateral strain, ν, Cauchy stress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408" y="3008376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B29E84"/>
                </a:solidFill>
                <a:latin typeface="Segoe UI Semibold"/>
              </a:rPr>
              <a:t>HOW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" y="3191256"/>
            <a:ext cx="30632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 i="0">
                <a:solidFill>
                  <a:srgbClr val="7C898B"/>
                </a:solidFill>
                <a:latin typeface="Segoe UI"/>
              </a:rPr>
              <a:t>maths written and self-tested; blocked on optics — needs a gauge-zoomed second camera or a wider specimen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16552" y="1874519"/>
            <a:ext cx="3401568" cy="2048256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416552" y="1874519"/>
            <a:ext cx="64008" cy="2048256"/>
          </a:xfrm>
          <a:prstGeom prst="rect">
            <a:avLst/>
          </a:prstGeom>
          <a:solidFill>
            <a:srgbClr val="B29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617720" y="1993391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253439"/>
                </a:solidFill>
                <a:latin typeface="Segoe UI Semibold"/>
              </a:rPr>
              <a:t>2D-DIC strain field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20" y="2331720"/>
            <a:ext cx="306324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253439"/>
                </a:solidFill>
                <a:latin typeface="Segoe UI"/>
              </a:rPr>
              <a:t>full-field strain over the speckled gauge, not just two dots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17720" y="3008376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B29E84"/>
                </a:solidFill>
                <a:latin typeface="Segoe UI Semibold"/>
              </a:rPr>
              <a:t>HOW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17720" y="3191256"/>
            <a:ext cx="30632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 i="0">
                <a:solidFill>
                  <a:srgbClr val="7C898B"/>
                </a:solidFill>
                <a:latin typeface="Segoe UI"/>
              </a:rPr>
              <a:t>offline first, in the existing post-processor; needs lower exposure — the white body currently saturates the sensor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55864" y="1874519"/>
            <a:ext cx="3401568" cy="2048256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055864" y="1874519"/>
            <a:ext cx="64008" cy="2048256"/>
          </a:xfrm>
          <a:prstGeom prst="rect">
            <a:avLst/>
          </a:prstGeom>
          <a:solidFill>
            <a:srgbClr val="B29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257032" y="1993391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253439"/>
                </a:solidFill>
                <a:latin typeface="Segoe UI Semibold"/>
              </a:rPr>
              <a:t>Feed simulation models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57032" y="2331720"/>
            <a:ext cx="306324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253439"/>
                </a:solidFill>
                <a:latin typeface="Segoe UI"/>
              </a:rPr>
              <a:t>measured strain fields calibrating FE material cards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57032" y="3008376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B29E84"/>
                </a:solidFill>
                <a:latin typeface="Segoe UI Semibold"/>
              </a:rPr>
              <a:t>HOW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57032" y="3191256"/>
            <a:ext cx="30632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 i="0">
                <a:solidFill>
                  <a:srgbClr val="7C898B"/>
                </a:solidFill>
                <a:latin typeface="Segoe UI"/>
              </a:rPr>
              <a:t>export the field per frame; compare predicted vs measured maps on the same geometry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4087368"/>
            <a:ext cx="3401568" cy="2048256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777240" y="4087368"/>
            <a:ext cx="64008" cy="2048256"/>
          </a:xfrm>
          <a:prstGeom prst="rect">
            <a:avLst/>
          </a:prstGeom>
          <a:solidFill>
            <a:srgbClr val="B29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78408" y="4206240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253439"/>
                </a:solidFill>
                <a:latin typeface="Segoe UI Semibold"/>
              </a:rPr>
              <a:t>Studying fracture behaviour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8408" y="4544568"/>
            <a:ext cx="306324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253439"/>
                </a:solidFill>
                <a:latin typeface="Segoe UI"/>
              </a:rPr>
              <a:t>full-field strain maps around the crack tip; crack propagation speed and direction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8408" y="5221224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B29E84"/>
                </a:solidFill>
                <a:latin typeface="Segoe UI Semibold"/>
              </a:rPr>
              <a:t>HOW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8408" y="5404104"/>
            <a:ext cx="30632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 i="0">
                <a:solidFill>
                  <a:srgbClr val="7C898B"/>
                </a:solidFill>
                <a:latin typeface="Segoe UI"/>
              </a:rPr>
              <a:t>film the necking zone at higher magnification and run the 2D-DIC field around the growing crack — builds directly on the strain-field item above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416552" y="4087368"/>
            <a:ext cx="3401568" cy="2048256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416552" y="4087368"/>
            <a:ext cx="64008" cy="2048256"/>
          </a:xfrm>
          <a:prstGeom prst="rect">
            <a:avLst/>
          </a:prstGeom>
          <a:solidFill>
            <a:srgbClr val="B29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617720" y="4206240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253439"/>
                </a:solidFill>
                <a:latin typeface="Segoe UI Semibold"/>
              </a:rPr>
              <a:t>Correlation, not binary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17720" y="4544568"/>
            <a:ext cx="306324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253439"/>
                </a:solidFill>
                <a:latin typeface="Segoe UI"/>
              </a:rPr>
              <a:t>sub-pixel tracking that keeps the grey levels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17720" y="5221224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B29E84"/>
                </a:solidFill>
                <a:latin typeface="Segoe UI Semibold"/>
              </a:rPr>
              <a:t>HOW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17720" y="5404104"/>
            <a:ext cx="30632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 i="0">
                <a:solidFill>
                  <a:srgbClr val="7C898B"/>
                </a:solidFill>
                <a:latin typeface="Segoe UI"/>
              </a:rPr>
              <a:t>measured gain: 1.1–2.1× less jitter; add as a post-processing option before touching the live loop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55864" y="4087368"/>
            <a:ext cx="3401568" cy="2048256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8055864" y="4087368"/>
            <a:ext cx="64008" cy="2048256"/>
          </a:xfrm>
          <a:prstGeom prst="rect">
            <a:avLst/>
          </a:prstGeom>
          <a:solidFill>
            <a:srgbClr val="B29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257032" y="4206240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253439"/>
                </a:solidFill>
                <a:latin typeface="Segoe UI Semibold"/>
              </a:rPr>
              <a:t>Design better grips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57032" y="4544568"/>
            <a:ext cx="306324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253439"/>
                </a:solidFill>
                <a:latin typeface="Segoe UI"/>
              </a:rPr>
              <a:t>printed jaws that seat deterministically — no low-strain slack, no 21 % / 33 % lottery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57032" y="5221224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B29E84"/>
                </a:solidFill>
                <a:latin typeface="Segoe UI Semibold"/>
              </a:rPr>
              <a:t>HOW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57032" y="5404104"/>
            <a:ext cx="30632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 i="0">
                <a:solidFill>
                  <a:srgbClr val="7C898B"/>
                </a:solidFill>
                <a:latin typeface="Segoe UI"/>
              </a:rPr>
              <a:t>size the slack (re-mount one specimen, elastic pulls only), redesign, reprint, re-run — success: one cluster, shorter toe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77240" y="6309360"/>
            <a:ext cx="1060704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 dirty="0">
                <a:solidFill>
                  <a:srgbClr val="253439"/>
                </a:solidFill>
                <a:latin typeface="Segoe UI Semibold"/>
              </a:rPr>
              <a:t>The upcoming stages are more than features — the 2D-DIC field, fracture </a:t>
            </a:r>
            <a:r>
              <a:rPr sz="1050" b="0" i="0" dirty="0" err="1">
                <a:solidFill>
                  <a:srgbClr val="253439"/>
                </a:solidFill>
                <a:latin typeface="Segoe UI Semibold"/>
              </a:rPr>
              <a:t>behaviour</a:t>
            </a:r>
            <a:r>
              <a:rPr sz="1050" b="0" i="0" dirty="0">
                <a:solidFill>
                  <a:srgbClr val="253439"/>
                </a:solidFill>
                <a:latin typeface="Segoe UI Semibold"/>
              </a:rPr>
              <a:t> and the simulation coupling are </a:t>
            </a:r>
            <a:r>
              <a:rPr lang="en-GB" sz="1050" b="0" i="0" dirty="0">
                <a:solidFill>
                  <a:srgbClr val="253439"/>
                </a:solidFill>
                <a:latin typeface="Segoe UI Semibold"/>
              </a:rPr>
              <a:t>WORTH A THESIS</a:t>
            </a:r>
            <a:endParaRPr sz="1050" b="0" i="0" dirty="0">
              <a:solidFill>
                <a:srgbClr val="253439"/>
              </a:solidFill>
              <a:latin typeface="Segoe UI Semibold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932688"/>
          </a:xfrm>
          <a:prstGeom prst="rect">
            <a:avLst/>
          </a:prstGeom>
          <a:solidFill>
            <a:srgbClr val="253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42415"/>
            <a:ext cx="146304" cy="5815584"/>
          </a:xfrm>
          <a:prstGeom prst="rect">
            <a:avLst/>
          </a:prstGeom>
          <a:solidFill>
            <a:srgbClr val="7C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ju_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" y="256032"/>
            <a:ext cx="905256" cy="40233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1265408" y="347472"/>
            <a:ext cx="118872" cy="118872"/>
          </a:xfrm>
          <a:prstGeom prst="rect">
            <a:avLst/>
          </a:prstGeom>
          <a:solidFill>
            <a:srgbClr val="253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489436" y="347472"/>
            <a:ext cx="118872" cy="118872"/>
          </a:xfrm>
          <a:prstGeom prst="rect">
            <a:avLst/>
          </a:prstGeom>
          <a:solidFill>
            <a:srgbClr val="B29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713464" y="347472"/>
            <a:ext cx="118872" cy="118872"/>
          </a:xfrm>
          <a:prstGeom prst="rect">
            <a:avLst/>
          </a:prstGeom>
          <a:solidFill>
            <a:srgbClr val="7C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786384"/>
            <a:ext cx="10424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B29E84"/>
                </a:solidFill>
                <a:latin typeface="Segoe UI Semibold"/>
              </a:rPr>
              <a:t>06 · OUTLOOK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1005840"/>
            <a:ext cx="108813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0" i="0">
                <a:solidFill>
                  <a:srgbClr val="253439"/>
                </a:solidFill>
                <a:latin typeface="Segoe UI Light"/>
              </a:rPr>
              <a:t>Interesting numbers — moisture effects &amp; emissions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1591056"/>
            <a:ext cx="855878" cy="50292"/>
          </a:xfrm>
          <a:prstGeom prst="rect">
            <a:avLst/>
          </a:prstGeom>
          <a:solidFill>
            <a:srgbClr val="253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633118" y="1591056"/>
            <a:ext cx="427939" cy="50292"/>
          </a:xfrm>
          <a:prstGeom prst="rect">
            <a:avLst/>
          </a:prstGeom>
          <a:solidFill>
            <a:srgbClr val="B29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061057" y="1591056"/>
            <a:ext cx="2008022" cy="50292"/>
          </a:xfrm>
          <a:prstGeom prst="rect">
            <a:avLst/>
          </a:prstGeom>
          <a:solidFill>
            <a:srgbClr val="7C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 rot="16200000">
            <a:off x="10625328" y="3310128"/>
            <a:ext cx="274320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7C898B"/>
                </a:solidFill>
                <a:latin typeface="Segoe UI Semibold"/>
              </a:rPr>
              <a:t>OUTLOOK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75720" y="6473952"/>
            <a:ext cx="5669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7C898B"/>
                </a:solidFill>
                <a:latin typeface="Segoe UI Semibold"/>
              </a:rPr>
              <a:t>18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1847088"/>
            <a:ext cx="5166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B29E84"/>
                </a:solidFill>
                <a:latin typeface="Segoe UI Semibold"/>
              </a:rPr>
              <a:t>MOISTURE → UTS &amp; FAILURE STRAIN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2157984"/>
            <a:ext cx="5166360" cy="27432"/>
          </a:xfrm>
          <a:prstGeom prst="rect">
            <a:avLst/>
          </a:prstGeom>
          <a:solidFill>
            <a:srgbClr val="B29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7240" y="2340864"/>
            <a:ext cx="5166360" cy="2212848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77240" y="2340864"/>
            <a:ext cx="64008" cy="2212848"/>
          </a:xfrm>
          <a:prstGeom prst="rect">
            <a:avLst/>
          </a:prstGeom>
          <a:solidFill>
            <a:srgbClr val="7C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51560" y="2487168"/>
            <a:ext cx="4663440" cy="2923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0" i="0" dirty="0">
                <a:solidFill>
                  <a:srgbClr val="253439"/>
                </a:solidFill>
                <a:latin typeface="Segoe UI Light"/>
              </a:rPr>
              <a:t>our rig: </a:t>
            </a:r>
            <a:r>
              <a:rPr sz="1900" i="0" dirty="0">
                <a:solidFill>
                  <a:srgbClr val="253439"/>
                </a:solidFill>
                <a:latin typeface="Segoe UI Light"/>
              </a:rPr>
              <a:t>4.2 % drop </a:t>
            </a:r>
            <a:r>
              <a:rPr sz="1900" b="0" i="0" dirty="0">
                <a:solidFill>
                  <a:srgbClr val="253439"/>
                </a:solidFill>
                <a:latin typeface="Segoe UI Light"/>
              </a:rPr>
              <a:t>in UTS, </a:t>
            </a:r>
            <a:r>
              <a:rPr lang="en-GB" sz="1900" b="0" i="0" dirty="0">
                <a:solidFill>
                  <a:srgbClr val="253439"/>
                </a:solidFill>
                <a:latin typeface="Segoe UI Light"/>
              </a:rPr>
              <a:t>Fracture strain U</a:t>
            </a:r>
            <a:r>
              <a:rPr sz="1900" b="0" i="0" dirty="0">
                <a:solidFill>
                  <a:srgbClr val="253439"/>
                </a:solidFill>
                <a:latin typeface="Segoe UI Light"/>
              </a:rPr>
              <a:t>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2980944"/>
            <a:ext cx="4754880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7C898B"/>
                </a:solidFill>
                <a:latin typeface="Segoe UI"/>
              </a:rPr>
              <a:t>the batch whose filament sat unconditioned 8 days longer prints weaker but more ductile — the plasticizing signature: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51560" y="3566160"/>
            <a:ext cx="4617720" cy="13716"/>
          </a:xfrm>
          <a:prstGeom prst="rect">
            <a:avLst/>
          </a:prstGeom>
          <a:solidFill>
            <a:srgbClr val="B29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51560" y="3621024"/>
            <a:ext cx="6400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737360" y="3621024"/>
            <a:ext cx="1600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0" i="0">
                <a:solidFill>
                  <a:srgbClr val="B29E84"/>
                </a:solidFill>
                <a:latin typeface="Segoe UI Semibold"/>
              </a:rPr>
              <a:t>S7 · (8 days earlier)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10128" y="3621024"/>
            <a:ext cx="1188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0" i="0">
                <a:solidFill>
                  <a:srgbClr val="B29E84"/>
                </a:solidFill>
                <a:latin typeface="Segoe UI Semibold"/>
              </a:rPr>
              <a:t>batch b–e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98848" y="3621024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0" i="0">
                <a:solidFill>
                  <a:srgbClr val="B29E84"/>
                </a:solidFill>
                <a:latin typeface="Segoe UI Semibold"/>
              </a:rPr>
              <a:t>offset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3877056"/>
            <a:ext cx="6400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253439"/>
                </a:solidFill>
                <a:latin typeface="Segoe UI"/>
              </a:rPr>
              <a:t>UTS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37360" y="3877056"/>
            <a:ext cx="1600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253439"/>
                </a:solidFill>
                <a:latin typeface="Segoe UI"/>
              </a:rPr>
              <a:t>47.82 MPa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10128" y="3877056"/>
            <a:ext cx="1188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253439"/>
                </a:solidFill>
                <a:latin typeface="Segoe UI"/>
              </a:rPr>
              <a:t>45.81 MPa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98848" y="3877056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253439"/>
                </a:solidFill>
                <a:latin typeface="Segoe UI"/>
              </a:rPr>
              <a:t>−4.2 %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" y="4133087"/>
            <a:ext cx="6400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253439"/>
                </a:solidFill>
                <a:latin typeface="Segoe UI"/>
              </a:rPr>
              <a:t>εf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37360" y="4133087"/>
            <a:ext cx="1600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253439"/>
                </a:solidFill>
                <a:latin typeface="Segoe UI"/>
              </a:rPr>
              <a:t>0.030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10128" y="4133087"/>
            <a:ext cx="1188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253439"/>
                </a:solidFill>
                <a:latin typeface="Segoe UI"/>
              </a:rPr>
              <a:t>0.05–0.075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98848" y="4133087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253439"/>
                </a:solidFill>
                <a:latin typeface="Segoe UI"/>
              </a:rPr>
              <a:t>↑1.7–2.5×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77240" y="4736592"/>
            <a:ext cx="516636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777240" y="4736592"/>
            <a:ext cx="64008" cy="1298448"/>
          </a:xfrm>
          <a:prstGeom prst="rect">
            <a:avLst/>
          </a:prstGeom>
          <a:solidFill>
            <a:srgbClr val="7C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51560" y="4846320"/>
            <a:ext cx="46634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253439"/>
                </a:solidFill>
                <a:latin typeface="Segoe UI Light"/>
              </a:rPr>
              <a:t>literature: 8.5 % drop in 24 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" y="5248656"/>
            <a:ext cx="322783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7C898B"/>
                </a:solidFill>
                <a:latin typeface="Segoe UI"/>
              </a:rPr>
              <a:t>humid filament storage costs PLA strength (150 h: −11 %); ≤65 % RH keeps UTS within 3.7 %.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" y="5705856"/>
            <a:ext cx="2331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0" i="0">
                <a:solidFill>
                  <a:srgbClr val="7C898B"/>
                </a:solidFill>
                <a:latin typeface="Segoe UI"/>
                <a:hlinkClick r:id="rId3"/>
              </a:rPr>
              <a:t>Hamid et al. 2022 (doi)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474720" y="5705856"/>
            <a:ext cx="2331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0" i="0">
                <a:solidFill>
                  <a:srgbClr val="7C898B"/>
                </a:solidFill>
                <a:latin typeface="Segoe UI"/>
                <a:hlinkClick r:id="rId4"/>
              </a:rPr>
              <a:t>Quader et al. 2024 (doi)</a:t>
            </a:r>
          </a:p>
        </p:txBody>
      </p:sp>
      <p:grpSp>
        <p:nvGrpSpPr>
          <p:cNvPr id="56" name="co2_section">
            <a:extLst>
              <a:ext uri="{FF2B5EF4-FFF2-40B4-BE49-F238E27FC236}">
                <a16:creationId xmlns:a16="http://schemas.microsoft.com/office/drawing/2014/main" id="{1DB3B5C3-1600-6E65-CB9F-91AA0918C31E}"/>
              </a:ext>
            </a:extLst>
          </p:cNvPr>
          <p:cNvGrpSpPr/>
          <p:nvPr/>
        </p:nvGrpSpPr>
        <p:grpSpPr>
          <a:xfrm>
            <a:off x="6263640" y="1847088"/>
            <a:ext cx="5166360" cy="4172845"/>
            <a:chOff x="6263640" y="1847088"/>
            <a:chExt cx="5166360" cy="4172845"/>
          </a:xfrm>
        </p:grpSpPr>
        <p:sp>
          <p:nvSpPr>
            <p:cNvPr id="41" name="co2_00"/>
            <p:cNvSpPr txBox="1"/>
            <p:nvPr/>
          </p:nvSpPr>
          <p:spPr>
            <a:xfrm>
              <a:off x="6263640" y="1847088"/>
              <a:ext cx="5166360" cy="29260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1200" b="0" i="0">
                  <a:solidFill>
                    <a:srgbClr val="B29E84"/>
                  </a:solidFill>
                  <a:latin typeface="Segoe UI Semibold"/>
                </a:rPr>
                <a:t>CARBON FOOTPRINT – Rough estimate</a:t>
              </a:r>
            </a:p>
          </p:txBody>
        </p:sp>
        <p:sp>
          <p:nvSpPr>
            <p:cNvPr id="42" name="co2_01"/>
            <p:cNvSpPr/>
            <p:nvPr/>
          </p:nvSpPr>
          <p:spPr>
            <a:xfrm>
              <a:off x="6263640" y="2157984"/>
              <a:ext cx="5166360" cy="27432"/>
            </a:xfrm>
            <a:prstGeom prst="rect">
              <a:avLst/>
            </a:prstGeom>
            <a:solidFill>
              <a:srgbClr val="B29E8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3" name="co2_02"/>
            <p:cNvSpPr/>
            <p:nvPr/>
          </p:nvSpPr>
          <p:spPr>
            <a:xfrm>
              <a:off x="6263640" y="2340864"/>
              <a:ext cx="5166360" cy="1828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EDAD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4" name="co2_03"/>
            <p:cNvSpPr/>
            <p:nvPr/>
          </p:nvSpPr>
          <p:spPr>
            <a:xfrm>
              <a:off x="6263640" y="2340864"/>
              <a:ext cx="64008" cy="1828800"/>
            </a:xfrm>
            <a:prstGeom prst="rect">
              <a:avLst/>
            </a:prstGeom>
            <a:solidFill>
              <a:srgbClr val="B29E8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5" name="co2_04"/>
            <p:cNvSpPr txBox="1"/>
            <p:nvPr/>
          </p:nvSpPr>
          <p:spPr>
            <a:xfrm>
              <a:off x="6537960" y="2432304"/>
              <a:ext cx="4663440" cy="307777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2000" b="0" i="0" dirty="0">
                  <a:solidFill>
                    <a:srgbClr val="253439"/>
                  </a:solidFill>
                  <a:latin typeface="Segoe UI Light"/>
                </a:rPr>
                <a:t>≈3.2 kg </a:t>
              </a:r>
              <a:r>
                <a:rPr sz="2000" b="0" i="0" dirty="0" err="1">
                  <a:solidFill>
                    <a:srgbClr val="253439"/>
                  </a:solidFill>
                  <a:latin typeface="Segoe UI Light"/>
                </a:rPr>
                <a:t>CO₂e</a:t>
              </a:r>
              <a:endParaRPr sz="2000" b="0" i="0" dirty="0">
                <a:solidFill>
                  <a:srgbClr val="253439"/>
                </a:solidFill>
                <a:latin typeface="Segoe UI Light"/>
              </a:endParaRPr>
            </a:p>
          </p:txBody>
        </p:sp>
        <p:sp>
          <p:nvSpPr>
            <p:cNvPr id="46" name="co2_05"/>
            <p:cNvSpPr txBox="1"/>
            <p:nvPr/>
          </p:nvSpPr>
          <p:spPr>
            <a:xfrm>
              <a:off x="6537960" y="2871216"/>
              <a:ext cx="4754880" cy="21945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950" b="0" i="0">
                  <a:solidFill>
                    <a:srgbClr val="7C898B"/>
                  </a:solidFill>
                  <a:latin typeface="Segoe UI"/>
                </a:rPr>
                <a:t>For the WHOLE 6-month project — counted:</a:t>
              </a:r>
            </a:p>
          </p:txBody>
        </p:sp>
        <p:sp>
          <p:nvSpPr>
            <p:cNvPr id="47" name="co2_06"/>
            <p:cNvSpPr txBox="1"/>
            <p:nvPr/>
          </p:nvSpPr>
          <p:spPr>
            <a:xfrm>
              <a:off x="6537960" y="3108960"/>
              <a:ext cx="4754880" cy="14311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sz="930" b="0" i="0" dirty="0">
                  <a:solidFill>
                    <a:srgbClr val="B29E84"/>
                  </a:solidFill>
                  <a:latin typeface="Segoe UI"/>
                </a:rPr>
                <a:t>▪  </a:t>
              </a:r>
              <a:r>
                <a:rPr sz="930" b="1" i="0" dirty="0">
                  <a:solidFill>
                    <a:srgbClr val="253439"/>
                  </a:solidFill>
                  <a:latin typeface="Segoe UI"/>
                </a:rPr>
                <a:t>the PC</a:t>
              </a:r>
              <a:r>
                <a:rPr lang="en-GB" sz="930" b="1" i="0" dirty="0">
                  <a:solidFill>
                    <a:srgbClr val="253439"/>
                  </a:solidFill>
                  <a:latin typeface="Segoe UI"/>
                </a:rPr>
                <a:t> </a:t>
              </a:r>
              <a:r>
                <a:rPr lang="sv-SE" sz="930" b="1" dirty="0" err="1">
                  <a:solidFill>
                    <a:srgbClr val="253439"/>
                  </a:solidFill>
                  <a:latin typeface="Segoe UI"/>
                </a:rPr>
                <a:t>work</a:t>
              </a:r>
              <a:r>
                <a:rPr sz="930" b="0" i="0" dirty="0">
                  <a:solidFill>
                    <a:srgbClr val="7C898B"/>
                  </a:solidFill>
                  <a:latin typeface="Segoe UI"/>
                </a:rPr>
                <a:t>  (955 h at 60 W → 57.3 kWh)</a:t>
              </a:r>
            </a:p>
          </p:txBody>
        </p:sp>
        <p:sp>
          <p:nvSpPr>
            <p:cNvPr id="48" name="co2_07"/>
            <p:cNvSpPr txBox="1"/>
            <p:nvPr/>
          </p:nvSpPr>
          <p:spPr>
            <a:xfrm>
              <a:off x="6537960" y="3319272"/>
              <a:ext cx="4754880" cy="21031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930" b="0" i="0">
                  <a:solidFill>
                    <a:srgbClr val="B29E84"/>
                  </a:solidFill>
                  <a:latin typeface="Segoe UI"/>
                </a:rPr>
                <a:t>▪  </a:t>
              </a:r>
              <a:r>
                <a:rPr sz="930" b="1" i="0">
                  <a:solidFill>
                    <a:srgbClr val="253439"/>
                  </a:solidFill>
                  <a:latin typeface="Segoe UI"/>
                </a:rPr>
                <a:t>the AI compute</a:t>
              </a:r>
              <a:r>
                <a:rPr sz="930" b="0" i="0">
                  <a:solidFill>
                    <a:srgbClr val="7C898B"/>
                  </a:solidFill>
                  <a:latin typeface="Segoe UI"/>
                </a:rPr>
                <a:t>  (195 h of sessions, 0.24 Wh per prompt)</a:t>
              </a:r>
            </a:p>
          </p:txBody>
        </p:sp>
        <p:sp>
          <p:nvSpPr>
            <p:cNvPr id="49" name="co2_08"/>
            <p:cNvSpPr txBox="1"/>
            <p:nvPr/>
          </p:nvSpPr>
          <p:spPr>
            <a:xfrm>
              <a:off x="6537960" y="3529584"/>
              <a:ext cx="4754880" cy="21031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930" b="0" i="0">
                  <a:solidFill>
                    <a:srgbClr val="B29E84"/>
                  </a:solidFill>
                  <a:latin typeface="Segoe UI"/>
                </a:rPr>
                <a:t>▪  </a:t>
              </a:r>
              <a:r>
                <a:rPr sz="930" b="1" i="0">
                  <a:solidFill>
                    <a:srgbClr val="253439"/>
                  </a:solidFill>
                  <a:latin typeface="Segoe UI"/>
                </a:rPr>
                <a:t>the Mk4S printer</a:t>
              </a:r>
              <a:r>
                <a:rPr sz="930" b="0" i="0">
                  <a:solidFill>
                    <a:srgbClr val="7C898B"/>
                  </a:solidFill>
                  <a:latin typeface="Segoe UI"/>
                </a:rPr>
                <a:t>  (60 specimen prints → 5.0 kWh)</a:t>
              </a:r>
            </a:p>
          </p:txBody>
        </p:sp>
        <p:sp>
          <p:nvSpPr>
            <p:cNvPr id="50" name="co2_09"/>
            <p:cNvSpPr txBox="1"/>
            <p:nvPr/>
          </p:nvSpPr>
          <p:spPr>
            <a:xfrm>
              <a:off x="6537960" y="3739896"/>
              <a:ext cx="4754880" cy="21031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930" b="0" i="0">
                  <a:solidFill>
                    <a:srgbClr val="B29E84"/>
                  </a:solidFill>
                  <a:latin typeface="Segoe UI"/>
                </a:rPr>
                <a:t>▪  </a:t>
              </a:r>
              <a:r>
                <a:rPr sz="930" b="1" i="0">
                  <a:solidFill>
                    <a:srgbClr val="253439"/>
                  </a:solidFill>
                  <a:latin typeface="Segoe UI"/>
                </a:rPr>
                <a:t>the rig + camera</a:t>
              </a:r>
              <a:r>
                <a:rPr sz="930" b="0" i="0">
                  <a:solidFill>
                    <a:srgbClr val="7C898B"/>
                  </a:solidFill>
                  <a:latin typeface="Segoe UI"/>
                </a:rPr>
                <a:t>  (45 W, all 39 fractures → 0.3 kWh)</a:t>
              </a:r>
            </a:p>
          </p:txBody>
        </p:sp>
        <p:sp>
          <p:nvSpPr>
            <p:cNvPr id="51" name="co2_10"/>
            <p:cNvSpPr txBox="1"/>
            <p:nvPr/>
          </p:nvSpPr>
          <p:spPr>
            <a:xfrm>
              <a:off x="6537960" y="3959352"/>
              <a:ext cx="4754880" cy="20116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930" b="0" i="0">
                  <a:solidFill>
                    <a:srgbClr val="7C898B"/>
                  </a:solidFill>
                  <a:latin typeface="Segoe UI"/>
                </a:rPr>
                <a:t>— all on Sweden's 0.040 kg CO₂e/kWh grid.</a:t>
              </a:r>
            </a:p>
          </p:txBody>
        </p:sp>
        <p:sp>
          <p:nvSpPr>
            <p:cNvPr id="52" name="co2_11"/>
            <p:cNvSpPr/>
            <p:nvPr/>
          </p:nvSpPr>
          <p:spPr>
            <a:xfrm>
              <a:off x="6263640" y="4556893"/>
              <a:ext cx="5166360" cy="146304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EDAD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3" name="co2_12"/>
            <p:cNvSpPr/>
            <p:nvPr/>
          </p:nvSpPr>
          <p:spPr>
            <a:xfrm>
              <a:off x="6263640" y="4556893"/>
              <a:ext cx="64008" cy="1463040"/>
            </a:xfrm>
            <a:prstGeom prst="rect">
              <a:avLst/>
            </a:prstGeom>
            <a:solidFill>
              <a:srgbClr val="B29E8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4" name="co2_13"/>
            <p:cNvSpPr txBox="1"/>
            <p:nvPr/>
          </p:nvSpPr>
          <p:spPr>
            <a:xfrm>
              <a:off x="6537960" y="4684909"/>
              <a:ext cx="4663440" cy="50292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1700" b="0" i="0">
                  <a:solidFill>
                    <a:srgbClr val="253439"/>
                  </a:solidFill>
                  <a:latin typeface="Segoe UI Light"/>
                </a:rPr>
                <a:t>≈239× — thinking over pulling</a:t>
              </a:r>
            </a:p>
          </p:txBody>
        </p:sp>
        <p:sp>
          <p:nvSpPr>
            <p:cNvPr id="55" name="co2_14"/>
            <p:cNvSpPr txBox="1"/>
            <p:nvPr/>
          </p:nvSpPr>
          <p:spPr>
            <a:xfrm>
              <a:off x="6537960" y="5215261"/>
              <a:ext cx="4754880" cy="73152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2000"/>
                </a:lnSpc>
              </a:pPr>
              <a:r>
                <a:rPr sz="1000" b="0" i="0">
                  <a:solidFill>
                    <a:srgbClr val="7C898B"/>
                  </a:solidFill>
                  <a:latin typeface="Segoe UI"/>
                </a:rPr>
                <a:t>the AI + the work PC out-emit the test rig itself by that factor — the rig's whole share, all 39 fractures, is ≈13 g. Honest band for the total: 2.6–3.8 kg.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-14937" y="0"/>
            <a:ext cx="475488" cy="914400"/>
          </a:xfrm>
          <a:prstGeom prst="rect">
            <a:avLst/>
          </a:prstGeom>
          <a:solidFill>
            <a:srgbClr val="253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-14937" y="1042415"/>
            <a:ext cx="475488" cy="5815584"/>
          </a:xfrm>
          <a:prstGeom prst="rect">
            <a:avLst/>
          </a:prstGeom>
          <a:solidFill>
            <a:srgbClr val="7C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ju_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365760"/>
            <a:ext cx="1069848" cy="47548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1265408" y="347472"/>
            <a:ext cx="118872" cy="118872"/>
          </a:xfrm>
          <a:prstGeom prst="rect">
            <a:avLst/>
          </a:prstGeom>
          <a:solidFill>
            <a:srgbClr val="253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489436" y="347472"/>
            <a:ext cx="118872" cy="118872"/>
          </a:xfrm>
          <a:prstGeom prst="rect">
            <a:avLst/>
          </a:prstGeom>
          <a:solidFill>
            <a:srgbClr val="B29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713464" y="347472"/>
            <a:ext cx="118872" cy="118872"/>
          </a:xfrm>
          <a:prstGeom prst="rect">
            <a:avLst/>
          </a:prstGeom>
          <a:solidFill>
            <a:srgbClr val="7C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51673" y="1258095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 dirty="0">
                <a:solidFill>
                  <a:srgbClr val="B29E84"/>
                </a:solidFill>
                <a:latin typeface="Segoe UI Semibold"/>
              </a:rPr>
              <a:t>where it began</a:t>
            </a:r>
          </a:p>
        </p:txBody>
      </p:sp>
      <p:pic>
        <p:nvPicPr>
          <p:cNvPr id="11" name="Picture 10" descr="Erro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1673" y="1543348"/>
            <a:ext cx="2062845" cy="9732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619395" y="3275340"/>
            <a:ext cx="2697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0" i="0" dirty="0">
                <a:solidFill>
                  <a:srgbClr val="B29E84"/>
                </a:solidFill>
                <a:latin typeface="Segoe UI Semibold"/>
              </a:rPr>
              <a:t>where it went</a:t>
            </a:r>
          </a:p>
        </p:txBody>
      </p:sp>
      <p:pic>
        <p:nvPicPr>
          <p:cNvPr id="15" name="Picture 14" descr="frac_m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8511" y="3549660"/>
            <a:ext cx="5210925" cy="1764991"/>
          </a:xfrm>
          <a:prstGeom prst="rect">
            <a:avLst/>
          </a:prstGeom>
        </p:spPr>
      </p:pic>
      <p:grpSp>
        <p:nvGrpSpPr>
          <p:cNvPr id="24" name="thanks_reveal">
            <a:extLst>
              <a:ext uri="{FF2B5EF4-FFF2-40B4-BE49-F238E27FC236}">
                <a16:creationId xmlns:a16="http://schemas.microsoft.com/office/drawing/2014/main" id="{ED90829A-EEA6-F9EF-47C2-09AEED8DAC99}"/>
              </a:ext>
            </a:extLst>
          </p:cNvPr>
          <p:cNvGrpSpPr/>
          <p:nvPr/>
        </p:nvGrpSpPr>
        <p:grpSpPr>
          <a:xfrm>
            <a:off x="1211528" y="1115568"/>
            <a:ext cx="5669280" cy="2130085"/>
            <a:chOff x="5760720" y="777240"/>
            <a:chExt cx="5669280" cy="2130085"/>
          </a:xfrm>
        </p:grpSpPr>
        <p:sp>
          <p:nvSpPr>
            <p:cNvPr id="16" name="thanks_00"/>
            <p:cNvSpPr txBox="1"/>
            <p:nvPr/>
          </p:nvSpPr>
          <p:spPr>
            <a:xfrm>
              <a:off x="5760720" y="777240"/>
              <a:ext cx="5669280" cy="86868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4400" b="0" i="0" dirty="0">
                  <a:solidFill>
                    <a:srgbClr val="253439"/>
                  </a:solidFill>
                  <a:latin typeface="Segoe UI Light"/>
                </a:rPr>
                <a:t>Thank you.</a:t>
              </a:r>
            </a:p>
          </p:txBody>
        </p:sp>
        <p:sp>
          <p:nvSpPr>
            <p:cNvPr id="17" name="thanks_01"/>
            <p:cNvSpPr/>
            <p:nvPr/>
          </p:nvSpPr>
          <p:spPr>
            <a:xfrm>
              <a:off x="5806440" y="1627632"/>
              <a:ext cx="855878" cy="68580"/>
            </a:xfrm>
            <a:prstGeom prst="rect">
              <a:avLst/>
            </a:prstGeom>
            <a:solidFill>
              <a:srgbClr val="25343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thanks_02"/>
            <p:cNvSpPr/>
            <p:nvPr/>
          </p:nvSpPr>
          <p:spPr>
            <a:xfrm>
              <a:off x="6662318" y="1627632"/>
              <a:ext cx="427939" cy="68580"/>
            </a:xfrm>
            <a:prstGeom prst="rect">
              <a:avLst/>
            </a:prstGeom>
            <a:solidFill>
              <a:srgbClr val="B29E8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" name="thanks_03"/>
            <p:cNvSpPr/>
            <p:nvPr/>
          </p:nvSpPr>
          <p:spPr>
            <a:xfrm>
              <a:off x="7090257" y="1627632"/>
              <a:ext cx="2008022" cy="68580"/>
            </a:xfrm>
            <a:prstGeom prst="rect">
              <a:avLst/>
            </a:prstGeom>
            <a:solidFill>
              <a:srgbClr val="7C89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" name="thanks_04"/>
            <p:cNvSpPr txBox="1"/>
            <p:nvPr/>
          </p:nvSpPr>
          <p:spPr>
            <a:xfrm>
              <a:off x="5806440" y="1847088"/>
              <a:ext cx="5577840" cy="32004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1250" b="0" i="0">
                  <a:solidFill>
                    <a:srgbClr val="253439"/>
                  </a:solidFill>
                  <a:latin typeface="Segoe UI Semibold"/>
                </a:rPr>
                <a:t>A big thank you to everyone at PPD — for an amazing time here.</a:t>
              </a:r>
            </a:p>
          </p:txBody>
        </p:sp>
        <p:sp>
          <p:nvSpPr>
            <p:cNvPr id="21" name="thanks_05"/>
            <p:cNvSpPr txBox="1"/>
            <p:nvPr/>
          </p:nvSpPr>
          <p:spPr>
            <a:xfrm>
              <a:off x="5806440" y="2194560"/>
              <a:ext cx="5577840" cy="18466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1200" b="0" i="0" dirty="0">
                  <a:solidFill>
                    <a:srgbClr val="7C898B"/>
                  </a:solidFill>
                  <a:latin typeface="Segoe UI"/>
                </a:rPr>
                <a:t>Questions — or</a:t>
              </a:r>
              <a:r>
                <a:rPr lang="en-GB" sz="1200" b="0" i="0" dirty="0">
                  <a:solidFill>
                    <a:srgbClr val="7C898B"/>
                  </a:solidFill>
                  <a:latin typeface="Segoe UI"/>
                </a:rPr>
                <a:t> welcome to</a:t>
              </a:r>
              <a:r>
                <a:rPr sz="1200" b="0" i="0" dirty="0">
                  <a:solidFill>
                    <a:srgbClr val="7C898B"/>
                  </a:solidFill>
                  <a:latin typeface="Segoe UI"/>
                </a:rPr>
                <a:t> break </a:t>
              </a:r>
              <a:r>
                <a:rPr lang="en-GB" sz="1200" b="0" i="0" dirty="0">
                  <a:solidFill>
                    <a:srgbClr val="7C898B"/>
                  </a:solidFill>
                  <a:latin typeface="Segoe UI"/>
                </a:rPr>
                <a:t>more</a:t>
              </a:r>
              <a:r>
                <a:rPr sz="1200" b="0" i="0" dirty="0">
                  <a:solidFill>
                    <a:srgbClr val="7C898B"/>
                  </a:solidFill>
                  <a:latin typeface="Segoe UI"/>
                </a:rPr>
                <a:t> specimen</a:t>
              </a:r>
              <a:r>
                <a:rPr lang="en-GB" sz="1200" b="0" i="0" dirty="0">
                  <a:solidFill>
                    <a:srgbClr val="7C898B"/>
                  </a:solidFill>
                  <a:latin typeface="Segoe UI"/>
                </a:rPr>
                <a:t>s</a:t>
              </a:r>
              <a:r>
                <a:rPr sz="1200" b="0" i="0" dirty="0">
                  <a:solidFill>
                    <a:srgbClr val="7C898B"/>
                  </a:solidFill>
                  <a:latin typeface="Segoe UI"/>
                </a:rPr>
                <a:t> with me.</a:t>
              </a:r>
            </a:p>
          </p:txBody>
        </p:sp>
        <p:sp>
          <p:nvSpPr>
            <p:cNvPr id="22" name="thanks_06"/>
            <p:cNvSpPr txBox="1"/>
            <p:nvPr/>
          </p:nvSpPr>
          <p:spPr>
            <a:xfrm>
              <a:off x="5806440" y="2542032"/>
              <a:ext cx="5029200" cy="36529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150" b="0" i="0" dirty="0">
                  <a:solidFill>
                    <a:srgbClr val="253439"/>
                  </a:solidFill>
                  <a:latin typeface="Segoe UI Semibold"/>
                </a:rPr>
                <a:t>Adithya Sivakumar</a:t>
              </a:r>
            </a:p>
            <a:p>
              <a:pPr algn="l">
                <a:lnSpc>
                  <a:spcPct val="115000"/>
                </a:lnSpc>
              </a:pPr>
              <a:r>
                <a:rPr sz="1000" b="0" i="0" dirty="0">
                  <a:solidFill>
                    <a:srgbClr val="7C898B"/>
                  </a:solidFill>
                  <a:latin typeface="Segoe UI"/>
                  <a:hlinkClick r:id="rId5"/>
                </a:rPr>
                <a:t>adithya.sivakumar@ju.se</a:t>
              </a:r>
              <a:endParaRPr sz="1000" b="0" i="0" dirty="0">
                <a:solidFill>
                  <a:srgbClr val="7C898B"/>
                </a:solidFill>
                <a:latin typeface="Segoe UI"/>
              </a:endParaRPr>
            </a:p>
            <a:p>
              <a:pPr algn="l">
                <a:lnSpc>
                  <a:spcPct val="115000"/>
                </a:lnSpc>
              </a:pPr>
              <a:r>
                <a:rPr sz="1000" b="0" i="0" dirty="0">
                  <a:solidFill>
                    <a:srgbClr val="7C898B"/>
                  </a:solidFill>
                  <a:latin typeface="Segoe UI"/>
                  <a:hlinkClick r:id="rId6"/>
                </a:rPr>
                <a:t>adithyasvk@outlook.com</a:t>
              </a:r>
              <a:endParaRPr sz="1000" b="0" i="0" dirty="0">
                <a:solidFill>
                  <a:srgbClr val="7C898B"/>
                </a:solidFill>
                <a:latin typeface="Segoe UI"/>
              </a:endParaRPr>
            </a:p>
          </p:txBody>
        </p:sp>
      </p:grpSp>
      <p:sp>
        <p:nvSpPr>
          <p:cNvPr id="23" name="TextBox 22"/>
          <p:cNvSpPr txBox="1"/>
          <p:nvPr/>
        </p:nvSpPr>
        <p:spPr>
          <a:xfrm>
            <a:off x="11475720" y="6473952"/>
            <a:ext cx="5669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7C898B"/>
                </a:solidFill>
                <a:latin typeface="Segoe UI Semibold"/>
              </a:rPr>
              <a:t>19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179CFC0-DA91-FC10-3011-08EB45B5DFB4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5987" t="34542" r="5994" b="18508"/>
          <a:stretch>
            <a:fillRect/>
          </a:stretch>
        </p:blipFill>
        <p:spPr>
          <a:xfrm>
            <a:off x="7800230" y="2702846"/>
            <a:ext cx="2270362" cy="660556"/>
          </a:xfrm>
          <a:prstGeom prst="rect">
            <a:avLst/>
          </a:prstGeom>
        </p:spPr>
      </p:pic>
      <p:sp>
        <p:nvSpPr>
          <p:cNvPr id="25" name="Down Arrow 24"/>
          <p:cNvSpPr/>
          <p:nvPr/>
        </p:nvSpPr>
        <p:spPr>
          <a:xfrm>
            <a:off x="9401404" y="2454269"/>
            <a:ext cx="219456" cy="310896"/>
          </a:xfrm>
          <a:prstGeom prst="downArrow">
            <a:avLst/>
          </a:prstGeom>
          <a:solidFill>
            <a:srgbClr val="B29E84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Down Arrow 25"/>
          <p:cNvSpPr/>
          <p:nvPr/>
        </p:nvSpPr>
        <p:spPr>
          <a:xfrm>
            <a:off x="8825683" y="3301083"/>
            <a:ext cx="219456" cy="310896"/>
          </a:xfrm>
          <a:prstGeom prst="downArrow">
            <a:avLst/>
          </a:prstGeom>
          <a:solidFill>
            <a:srgbClr val="B29E84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932688"/>
          </a:xfrm>
          <a:prstGeom prst="rect">
            <a:avLst/>
          </a:prstGeom>
          <a:solidFill>
            <a:srgbClr val="253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42415"/>
            <a:ext cx="146304" cy="5815584"/>
          </a:xfrm>
          <a:prstGeom prst="rect">
            <a:avLst/>
          </a:prstGeom>
          <a:solidFill>
            <a:srgbClr val="7C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ju_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" y="256032"/>
            <a:ext cx="905256" cy="40233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1265408" y="347472"/>
            <a:ext cx="118872" cy="118872"/>
          </a:xfrm>
          <a:prstGeom prst="rect">
            <a:avLst/>
          </a:prstGeom>
          <a:solidFill>
            <a:srgbClr val="253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489436" y="347472"/>
            <a:ext cx="118872" cy="118872"/>
          </a:xfrm>
          <a:prstGeom prst="rect">
            <a:avLst/>
          </a:prstGeom>
          <a:solidFill>
            <a:srgbClr val="B29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713464" y="347472"/>
            <a:ext cx="118872" cy="118872"/>
          </a:xfrm>
          <a:prstGeom prst="rect">
            <a:avLst/>
          </a:prstGeom>
          <a:solidFill>
            <a:srgbClr val="7C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786384"/>
            <a:ext cx="10424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B29E84"/>
                </a:solidFill>
                <a:latin typeface="Segoe UI Semibold"/>
              </a:rPr>
              <a:t>APPENDIX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1005840"/>
            <a:ext cx="108813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0" i="0">
                <a:solidFill>
                  <a:srgbClr val="253439"/>
                </a:solidFill>
                <a:latin typeface="Segoe UI Light"/>
              </a:rPr>
              <a:t>For the curious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1591056"/>
            <a:ext cx="855878" cy="50292"/>
          </a:xfrm>
          <a:prstGeom prst="rect">
            <a:avLst/>
          </a:prstGeom>
          <a:solidFill>
            <a:srgbClr val="253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633118" y="1591056"/>
            <a:ext cx="427939" cy="50292"/>
          </a:xfrm>
          <a:prstGeom prst="rect">
            <a:avLst/>
          </a:prstGeom>
          <a:solidFill>
            <a:srgbClr val="B29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061057" y="1591056"/>
            <a:ext cx="2008022" cy="50292"/>
          </a:xfrm>
          <a:prstGeom prst="rect">
            <a:avLst/>
          </a:prstGeom>
          <a:solidFill>
            <a:srgbClr val="7C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 rot="16200000">
            <a:off x="10625328" y="3310128"/>
            <a:ext cx="274320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7C898B"/>
                </a:solidFill>
                <a:latin typeface="Segoe UI Semibold"/>
              </a:rPr>
              <a:t>APPENDIX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75720" y="6473952"/>
            <a:ext cx="5669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7C898B"/>
                </a:solidFill>
                <a:latin typeface="Segoe UI Semibold"/>
              </a:rPr>
              <a:t>20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1920240"/>
            <a:ext cx="1060704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05840" y="2084832"/>
            <a:ext cx="10972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 i="0">
                <a:solidFill>
                  <a:srgbClr val="B29E84"/>
                </a:solidFill>
                <a:latin typeface="Segoe UI Light"/>
              </a:rPr>
              <a:t>A1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2103120"/>
            <a:ext cx="54864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253439"/>
                </a:solidFill>
                <a:latin typeface="Segoe UI Semibold"/>
              </a:rPr>
              <a:t>Otsu thresholding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20" y="2505456"/>
            <a:ext cx="77724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7C898B"/>
                </a:solidFill>
                <a:latin typeface="Segoe UI"/>
              </a:rPr>
              <a:t>how the camera decides what is a marker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3054096"/>
            <a:ext cx="1060704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05840" y="3218688"/>
            <a:ext cx="10972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 i="0">
                <a:solidFill>
                  <a:srgbClr val="B29E84"/>
                </a:solidFill>
                <a:latin typeface="Segoe UI Light"/>
              </a:rPr>
              <a:t>A2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20" y="3236976"/>
            <a:ext cx="54864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253439"/>
                </a:solidFill>
                <a:latin typeface="Segoe UI Semibold"/>
              </a:rPr>
              <a:t>PLA vs PETG vs TPU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3120" y="3639312"/>
            <a:ext cx="77724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7C898B"/>
                </a:solidFill>
                <a:latin typeface="Segoe UI"/>
              </a:rPr>
              <a:t>our curves against what literature expects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4187952"/>
            <a:ext cx="1060704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05840" y="4352544"/>
            <a:ext cx="10972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 i="0">
                <a:solidFill>
                  <a:srgbClr val="B29E84"/>
                </a:solidFill>
                <a:latin typeface="Segoe UI Light"/>
              </a:rPr>
              <a:t>A3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03120" y="4370832"/>
            <a:ext cx="54864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253439"/>
                </a:solidFill>
                <a:latin typeface="Segoe UI Semibold"/>
              </a:rPr>
              <a:t>Noise, rig against rig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03120" y="4773168"/>
            <a:ext cx="77724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7C898B"/>
                </a:solidFill>
                <a:latin typeface="Segoe UI"/>
              </a:rPr>
              <a:t>how quiet each instrument is, measured at rest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5321808"/>
            <a:ext cx="1060704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05840" y="5486400"/>
            <a:ext cx="10972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 i="0">
                <a:solidFill>
                  <a:srgbClr val="B29E84"/>
                </a:solidFill>
                <a:latin typeface="Segoe UI Light"/>
              </a:rPr>
              <a:t>A4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03120" y="5504688"/>
            <a:ext cx="54864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253439"/>
                </a:solidFill>
                <a:latin typeface="Segoe UI Semibold"/>
              </a:rPr>
              <a:t>Camera properties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03120" y="5907024"/>
            <a:ext cx="77724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7C898B"/>
                </a:solidFill>
                <a:latin typeface="Segoe UI"/>
              </a:rPr>
              <a:t>resolution is a window, exposure sets the frame rate — what was set, and based on what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932688"/>
          </a:xfrm>
          <a:prstGeom prst="rect">
            <a:avLst/>
          </a:prstGeom>
          <a:solidFill>
            <a:srgbClr val="253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42415"/>
            <a:ext cx="146304" cy="5815584"/>
          </a:xfrm>
          <a:prstGeom prst="rect">
            <a:avLst/>
          </a:prstGeom>
          <a:solidFill>
            <a:srgbClr val="7C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ju_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" y="256032"/>
            <a:ext cx="905256" cy="40233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1265408" y="347472"/>
            <a:ext cx="118872" cy="118872"/>
          </a:xfrm>
          <a:prstGeom prst="rect">
            <a:avLst/>
          </a:prstGeom>
          <a:solidFill>
            <a:srgbClr val="253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489436" y="347472"/>
            <a:ext cx="118872" cy="118872"/>
          </a:xfrm>
          <a:prstGeom prst="rect">
            <a:avLst/>
          </a:prstGeom>
          <a:solidFill>
            <a:srgbClr val="B29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713464" y="347472"/>
            <a:ext cx="118872" cy="118872"/>
          </a:xfrm>
          <a:prstGeom prst="rect">
            <a:avLst/>
          </a:prstGeom>
          <a:solidFill>
            <a:srgbClr val="7C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786384"/>
            <a:ext cx="10424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B29E84"/>
                </a:solidFill>
                <a:latin typeface="Segoe UI Semibold"/>
              </a:rPr>
              <a:t>APPENDIX · A1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1005840"/>
            <a:ext cx="108813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0" i="0">
                <a:solidFill>
                  <a:srgbClr val="253439"/>
                </a:solidFill>
                <a:latin typeface="Segoe UI Light"/>
              </a:rPr>
              <a:t>Otsu — how the camera picks its threshold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1591056"/>
            <a:ext cx="855878" cy="50292"/>
          </a:xfrm>
          <a:prstGeom prst="rect">
            <a:avLst/>
          </a:prstGeom>
          <a:solidFill>
            <a:srgbClr val="253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633118" y="1591056"/>
            <a:ext cx="427939" cy="50292"/>
          </a:xfrm>
          <a:prstGeom prst="rect">
            <a:avLst/>
          </a:prstGeom>
          <a:solidFill>
            <a:srgbClr val="B29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061057" y="1591056"/>
            <a:ext cx="2008022" cy="50292"/>
          </a:xfrm>
          <a:prstGeom prst="rect">
            <a:avLst/>
          </a:prstGeom>
          <a:solidFill>
            <a:srgbClr val="7C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 rot="16200000">
            <a:off x="10625328" y="3310128"/>
            <a:ext cx="274320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7C898B"/>
                </a:solidFill>
                <a:latin typeface="Segoe UI Semibold"/>
              </a:rPr>
              <a:t>APPENDIX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75720" y="6473952"/>
            <a:ext cx="5669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7C898B"/>
                </a:solidFill>
                <a:latin typeface="Segoe UI Semibold"/>
              </a:rPr>
              <a:t>21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1874519"/>
            <a:ext cx="644652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otsu_hi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270240"/>
            <a:ext cx="6263640" cy="336907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498079" y="1965960"/>
            <a:ext cx="3886200" cy="4206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150" b="1" i="0">
                <a:solidFill>
                  <a:srgbClr val="B29E84"/>
                </a:solidFill>
                <a:latin typeface="Segoe UI"/>
              </a:rPr>
              <a:t>▪  </a:t>
            </a:r>
            <a:r>
              <a:rPr sz="1150" b="0" i="0">
                <a:solidFill>
                  <a:srgbClr val="253439"/>
                </a:solidFill>
                <a:latin typeface="Segoe UI Semibold"/>
              </a:rPr>
              <a:t>WHY it exists</a:t>
            </a:r>
          </a:p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050" b="1" i="0">
                <a:solidFill>
                  <a:srgbClr val="B29E84"/>
                </a:solidFill>
                <a:latin typeface="Segoe UI"/>
              </a:rPr>
              <a:t>▪  </a:t>
            </a:r>
            <a:r>
              <a:rPr sz="1050" b="0" i="0">
                <a:solidFill>
                  <a:srgbClr val="253439"/>
                </a:solidFill>
                <a:latin typeface="Segoe UI"/>
              </a:rPr>
              <a:t>every frame must be split into “marker” and “not marker” — that takes one brightness number</a:t>
            </a:r>
          </a:p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150" b="1" i="0">
                <a:solidFill>
                  <a:srgbClr val="B29E84"/>
                </a:solidFill>
                <a:latin typeface="Segoe UI"/>
              </a:rPr>
              <a:t>▪  </a:t>
            </a:r>
            <a:r>
              <a:rPr sz="1150" b="0" i="0">
                <a:solidFill>
                  <a:srgbClr val="253439"/>
                </a:solidFill>
                <a:latin typeface="Segoe UI Semibold"/>
              </a:rPr>
              <a:t>WHAT it does</a:t>
            </a:r>
          </a:p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050" b="1" i="0">
                <a:solidFill>
                  <a:srgbClr val="B29E84"/>
                </a:solidFill>
                <a:latin typeface="Segoe UI"/>
              </a:rPr>
              <a:t>▪  </a:t>
            </a:r>
            <a:r>
              <a:rPr sz="1050" b="0" i="0">
                <a:solidFill>
                  <a:srgbClr val="253439"/>
                </a:solidFill>
                <a:latin typeface="Segoe UI"/>
              </a:rPr>
              <a:t>tries all 254 cuts, keeps the one giving the two tidiest groups — lands in the histogram's empty valley</a:t>
            </a:r>
          </a:p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150" b="1" i="0">
                <a:solidFill>
                  <a:srgbClr val="B29E84"/>
                </a:solidFill>
                <a:latin typeface="Segoe UI"/>
              </a:rPr>
              <a:t>▪  </a:t>
            </a:r>
            <a:r>
              <a:rPr sz="1150" b="0" i="0">
                <a:solidFill>
                  <a:srgbClr val="253439"/>
                </a:solidFill>
                <a:latin typeface="Segoe UI Semibold"/>
              </a:rPr>
              <a:t>THE CATCH</a:t>
            </a:r>
          </a:p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050" b="1" i="0">
                <a:solidFill>
                  <a:srgbClr val="B29E84"/>
                </a:solidFill>
                <a:latin typeface="Segoe UI"/>
              </a:rPr>
              <a:t>▪  </a:t>
            </a:r>
            <a:r>
              <a:rPr sz="1050" b="0" i="0">
                <a:solidFill>
                  <a:srgbClr val="253439"/>
                </a:solidFill>
                <a:latin typeface="Segoe UI"/>
              </a:rPr>
              <a:t>it follows the SCENE, not the markers — so the rig scores it against fixed values (auto-calibrate) instead of trusting it blindly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6309360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7C898B"/>
                </a:solidFill>
                <a:latin typeface="Segoe UI"/>
              </a:rPr>
              <a:t>Otsu (1979), IEEE Trans. SMC 9(1):62–66 · measured here on 120 frames of specimen S13.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932688"/>
          </a:xfrm>
          <a:prstGeom prst="rect">
            <a:avLst/>
          </a:prstGeom>
          <a:solidFill>
            <a:srgbClr val="253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42415"/>
            <a:ext cx="146304" cy="5815584"/>
          </a:xfrm>
          <a:prstGeom prst="rect">
            <a:avLst/>
          </a:prstGeom>
          <a:solidFill>
            <a:srgbClr val="7C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ju_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" y="256032"/>
            <a:ext cx="905256" cy="40233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1265408" y="347472"/>
            <a:ext cx="118872" cy="118872"/>
          </a:xfrm>
          <a:prstGeom prst="rect">
            <a:avLst/>
          </a:prstGeom>
          <a:solidFill>
            <a:srgbClr val="253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489436" y="347472"/>
            <a:ext cx="118872" cy="118872"/>
          </a:xfrm>
          <a:prstGeom prst="rect">
            <a:avLst/>
          </a:prstGeom>
          <a:solidFill>
            <a:srgbClr val="B29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713464" y="347472"/>
            <a:ext cx="118872" cy="118872"/>
          </a:xfrm>
          <a:prstGeom prst="rect">
            <a:avLst/>
          </a:prstGeom>
          <a:solidFill>
            <a:srgbClr val="7C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786384"/>
            <a:ext cx="10424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B29E84"/>
                </a:solidFill>
                <a:latin typeface="Segoe UI Semibold"/>
              </a:rPr>
              <a:t>APPENDIX · A2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1005840"/>
            <a:ext cx="108813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0" i="0">
                <a:solidFill>
                  <a:srgbClr val="253439"/>
                </a:solidFill>
                <a:latin typeface="Segoe UI Light"/>
              </a:rPr>
              <a:t>Three materials — measured, against expectations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1591056"/>
            <a:ext cx="855878" cy="50292"/>
          </a:xfrm>
          <a:prstGeom prst="rect">
            <a:avLst/>
          </a:prstGeom>
          <a:solidFill>
            <a:srgbClr val="253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633118" y="1591056"/>
            <a:ext cx="427939" cy="50292"/>
          </a:xfrm>
          <a:prstGeom prst="rect">
            <a:avLst/>
          </a:prstGeom>
          <a:solidFill>
            <a:srgbClr val="B29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061057" y="1591056"/>
            <a:ext cx="2008022" cy="50292"/>
          </a:xfrm>
          <a:prstGeom prst="rect">
            <a:avLst/>
          </a:prstGeom>
          <a:solidFill>
            <a:srgbClr val="7C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 rot="16200000">
            <a:off x="10625328" y="3310128"/>
            <a:ext cx="274320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7C898B"/>
                </a:solidFill>
                <a:latin typeface="Segoe UI Semibold"/>
              </a:rPr>
              <a:t>APPENDIX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75720" y="6473952"/>
            <a:ext cx="5669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7C898B"/>
                </a:solidFill>
                <a:latin typeface="Segoe UI Semibold"/>
              </a:rPr>
              <a:t>22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1810512"/>
            <a:ext cx="1060704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trio_curv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8099" y="1901952"/>
            <a:ext cx="7485320" cy="2514600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777240" y="4572000"/>
            <a:ext cx="8321040" cy="1847088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petg_expec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6897" y="4663440"/>
            <a:ext cx="6881724" cy="16642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253728" y="4626864"/>
            <a:ext cx="214884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950" b="1" i="0">
                <a:solidFill>
                  <a:srgbClr val="B29E84"/>
                </a:solidFill>
                <a:latin typeface="Segoe UI"/>
              </a:rPr>
              <a:t>▪  </a:t>
            </a:r>
            <a:r>
              <a:rPr sz="950" b="0" i="0">
                <a:solidFill>
                  <a:srgbClr val="253439"/>
                </a:solidFill>
                <a:latin typeface="Segoe UI"/>
              </a:rPr>
              <a:t>ordering exactly as published</a:t>
            </a:r>
          </a:p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950" b="1" i="0">
                <a:solidFill>
                  <a:srgbClr val="B29E84"/>
                </a:solidFill>
                <a:latin typeface="Segoe UI"/>
              </a:rPr>
              <a:t>▪  </a:t>
            </a:r>
            <a:r>
              <a:rPr sz="950" b="0" i="0">
                <a:solidFill>
                  <a:srgbClr val="253439"/>
                </a:solidFill>
                <a:latin typeface="Segoe UI"/>
              </a:rPr>
              <a:t>TPU never fractured — it left the frame at 19 % strain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6382512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 i="0">
                <a:solidFill>
                  <a:srgbClr val="7C898B"/>
                </a:solidFill>
                <a:latin typeface="Segoe UI"/>
              </a:rPr>
              <a:t>published ranges — PLA: </a:t>
            </a:r>
            <a:r>
              <a:rPr sz="880" b="0" i="0">
                <a:solidFill>
                  <a:srgbClr val="2E6EA6"/>
                </a:solidFill>
                <a:latin typeface="Segoe UI"/>
                <a:hlinkClick r:id="rId5"/>
              </a:rPr>
              <a:t>Chacón et al. 2017</a:t>
            </a:r>
            <a:r>
              <a:rPr sz="880" b="0" i="0">
                <a:solidFill>
                  <a:srgbClr val="7C898B"/>
                </a:solidFill>
                <a:latin typeface="Segoe UI"/>
              </a:rPr>
              <a:t> · </a:t>
            </a:r>
            <a:r>
              <a:rPr sz="880" b="0" i="0">
                <a:solidFill>
                  <a:srgbClr val="2E6EA6"/>
                </a:solidFill>
                <a:latin typeface="Segoe UI"/>
                <a:hlinkClick r:id="rId6"/>
              </a:rPr>
              <a:t>Tymrak et al. 2014</a:t>
            </a:r>
            <a:r>
              <a:rPr sz="880" b="0" i="0">
                <a:solidFill>
                  <a:srgbClr val="7C898B"/>
                </a:solidFill>
                <a:latin typeface="Segoe UI"/>
              </a:rPr>
              <a:t> · </a:t>
            </a:r>
            <a:r>
              <a:rPr sz="880" b="0" i="0">
                <a:solidFill>
                  <a:srgbClr val="2E6EA6"/>
                </a:solidFill>
                <a:latin typeface="Segoe UI"/>
                <a:hlinkClick r:id="rId7"/>
              </a:rPr>
              <a:t>Prusament PLA TDS</a:t>
            </a:r>
          </a:p>
          <a:p>
            <a:pPr algn="l">
              <a:lnSpc>
                <a:spcPct val="100000"/>
              </a:lnSpc>
            </a:pPr>
            <a:r>
              <a:rPr sz="880" b="0" i="0">
                <a:solidFill>
                  <a:srgbClr val="7C898B"/>
                </a:solidFill>
                <a:latin typeface="Segoe UI"/>
              </a:rPr>
              <a:t>PETG: </a:t>
            </a:r>
            <a:r>
              <a:rPr sz="880" b="0" i="0">
                <a:solidFill>
                  <a:srgbClr val="2E6EA6"/>
                </a:solidFill>
                <a:latin typeface="Segoe UI"/>
                <a:hlinkClick r:id="rId8"/>
              </a:rPr>
              <a:t>Durgashyam et al. 2019</a:t>
            </a:r>
            <a:r>
              <a:rPr sz="880" b="0" i="0">
                <a:solidFill>
                  <a:srgbClr val="7C898B"/>
                </a:solidFill>
                <a:latin typeface="Segoe UI"/>
              </a:rPr>
              <a:t> · </a:t>
            </a:r>
            <a:r>
              <a:rPr sz="880" b="0" i="0">
                <a:solidFill>
                  <a:srgbClr val="2E6EA6"/>
                </a:solidFill>
                <a:latin typeface="Segoe UI"/>
                <a:hlinkClick r:id="rId9"/>
              </a:rPr>
              <a:t>Hsueh et al. 2021</a:t>
            </a:r>
            <a:r>
              <a:rPr sz="880" b="0" i="0">
                <a:solidFill>
                  <a:srgbClr val="7C898B"/>
                </a:solidFill>
                <a:latin typeface="Segoe UI"/>
              </a:rPr>
              <a:t> · </a:t>
            </a:r>
            <a:r>
              <a:rPr sz="880" b="0" i="0">
                <a:solidFill>
                  <a:srgbClr val="2E6EA6"/>
                </a:solidFill>
                <a:latin typeface="Segoe UI"/>
                <a:hlinkClick r:id="rId10"/>
              </a:rPr>
              <a:t>Prusament PETG TDS</a:t>
            </a:r>
            <a:r>
              <a:rPr sz="880" b="0" i="0">
                <a:solidFill>
                  <a:srgbClr val="7C898B"/>
                </a:solidFill>
                <a:latin typeface="Segoe UI"/>
              </a:rPr>
              <a:t>   —   TPU: filament TDS + Hohimer et al. 2020, per the material notes.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932688"/>
          </a:xfrm>
          <a:prstGeom prst="rect">
            <a:avLst/>
          </a:prstGeom>
          <a:solidFill>
            <a:srgbClr val="253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42415"/>
            <a:ext cx="146304" cy="5815584"/>
          </a:xfrm>
          <a:prstGeom prst="rect">
            <a:avLst/>
          </a:prstGeom>
          <a:solidFill>
            <a:srgbClr val="7C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ju_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" y="256032"/>
            <a:ext cx="905256" cy="40233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1265408" y="347472"/>
            <a:ext cx="118872" cy="118872"/>
          </a:xfrm>
          <a:prstGeom prst="rect">
            <a:avLst/>
          </a:prstGeom>
          <a:solidFill>
            <a:srgbClr val="253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489436" y="347472"/>
            <a:ext cx="118872" cy="118872"/>
          </a:xfrm>
          <a:prstGeom prst="rect">
            <a:avLst/>
          </a:prstGeom>
          <a:solidFill>
            <a:srgbClr val="B29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713464" y="347472"/>
            <a:ext cx="118872" cy="118872"/>
          </a:xfrm>
          <a:prstGeom prst="rect">
            <a:avLst/>
          </a:prstGeom>
          <a:solidFill>
            <a:srgbClr val="7C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786384"/>
            <a:ext cx="10424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B29E84"/>
                </a:solidFill>
                <a:latin typeface="Segoe UI Semibold"/>
              </a:rPr>
              <a:t>APPENDIX · A3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1005840"/>
            <a:ext cx="108813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0" i="0">
                <a:solidFill>
                  <a:srgbClr val="253439"/>
                </a:solidFill>
                <a:latin typeface="Segoe UI Light"/>
              </a:rPr>
              <a:t>How quiet is each instrument?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1591056"/>
            <a:ext cx="855878" cy="50292"/>
          </a:xfrm>
          <a:prstGeom prst="rect">
            <a:avLst/>
          </a:prstGeom>
          <a:solidFill>
            <a:srgbClr val="253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633118" y="1591056"/>
            <a:ext cx="427939" cy="50292"/>
          </a:xfrm>
          <a:prstGeom prst="rect">
            <a:avLst/>
          </a:prstGeom>
          <a:solidFill>
            <a:srgbClr val="B29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061057" y="1591056"/>
            <a:ext cx="2008022" cy="50292"/>
          </a:xfrm>
          <a:prstGeom prst="rect">
            <a:avLst/>
          </a:prstGeom>
          <a:solidFill>
            <a:srgbClr val="7C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 rot="16200000">
            <a:off x="10625328" y="3310128"/>
            <a:ext cx="274320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7C898B"/>
                </a:solidFill>
                <a:latin typeface="Segoe UI Semibold"/>
              </a:rPr>
              <a:t>APPENDIX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75720" y="6473952"/>
            <a:ext cx="5669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7C898B"/>
                </a:solidFill>
                <a:latin typeface="Segoe UI Semibold"/>
              </a:rPr>
              <a:t>23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1847088"/>
            <a:ext cx="745236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mot2cmp_noi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781133"/>
            <a:ext cx="7269480" cy="261246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458200" y="1965960"/>
            <a:ext cx="2971800" cy="4206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700"/>
              </a:spcAft>
            </a:pPr>
            <a:r>
              <a:rPr sz="1050" b="1" i="0">
                <a:solidFill>
                  <a:srgbClr val="B29E84"/>
                </a:solidFill>
                <a:latin typeface="Segoe UI"/>
              </a:rPr>
              <a:t>▪  </a:t>
            </a:r>
            <a:r>
              <a:rPr sz="1050" b="0" i="0">
                <a:solidFill>
                  <a:srgbClr val="253439"/>
                </a:solidFill>
                <a:latin typeface="Segoe UI Semibold"/>
              </a:rPr>
              <a:t>both rigs sit in the tens of microstrain</a:t>
            </a:r>
          </a:p>
          <a:p>
            <a:pPr algn="l">
              <a:lnSpc>
                <a:spcPct val="104000"/>
              </a:lnSpc>
              <a:spcAft>
                <a:spcPts val="700"/>
              </a:spcAft>
            </a:pPr>
            <a:r>
              <a:rPr sz="1050" b="1" i="0">
                <a:solidFill>
                  <a:srgbClr val="B29E84"/>
                </a:solidFill>
                <a:latin typeface="Segoe UI"/>
              </a:rPr>
              <a:t>▪  </a:t>
            </a:r>
            <a:r>
              <a:rPr sz="1050" b="0" i="0">
                <a:solidFill>
                  <a:srgbClr val="253439"/>
                </a:solidFill>
                <a:latin typeface="Segoe UI"/>
              </a:rPr>
              <a:t>our floor is set by pixel quantisation: noise ∝ 1/Px₀</a:t>
            </a:r>
          </a:p>
          <a:p>
            <a:pPr algn="l">
              <a:lnSpc>
                <a:spcPct val="104000"/>
              </a:lnSpc>
              <a:spcAft>
                <a:spcPts val="700"/>
              </a:spcAft>
            </a:pPr>
            <a:r>
              <a:rPr sz="1050" b="1" i="0">
                <a:solidFill>
                  <a:srgbClr val="B29E84"/>
                </a:solidFill>
                <a:latin typeface="Segoe UI"/>
              </a:rPr>
              <a:t>▪  </a:t>
            </a:r>
            <a:r>
              <a:rPr sz="1050" b="0" i="0">
                <a:solidFill>
                  <a:srgbClr val="253439"/>
                </a:solidFill>
                <a:latin typeface="Segoe UI"/>
              </a:rPr>
              <a:t>predicted 1.78× between our two gauge lengths — measured 1.78×</a:t>
            </a:r>
          </a:p>
          <a:p>
            <a:pPr algn="l">
              <a:lnSpc>
                <a:spcPct val="104000"/>
              </a:lnSpc>
              <a:spcAft>
                <a:spcPts val="700"/>
              </a:spcAft>
            </a:pPr>
            <a:r>
              <a:rPr sz="1050" b="1" i="0">
                <a:solidFill>
                  <a:srgbClr val="B29E84"/>
                </a:solidFill>
                <a:latin typeface="Segoe UI"/>
              </a:rPr>
              <a:t>▪  </a:t>
            </a:r>
            <a:r>
              <a:rPr sz="1050" b="0" i="0">
                <a:solidFill>
                  <a:srgbClr val="253439"/>
                </a:solidFill>
                <a:latin typeface="Segoe UI"/>
              </a:rPr>
              <a:t>so the noise is understood, not just small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932688"/>
          </a:xfrm>
          <a:prstGeom prst="rect">
            <a:avLst/>
          </a:prstGeom>
          <a:solidFill>
            <a:srgbClr val="253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42415"/>
            <a:ext cx="146304" cy="5815584"/>
          </a:xfrm>
          <a:prstGeom prst="rect">
            <a:avLst/>
          </a:prstGeom>
          <a:solidFill>
            <a:srgbClr val="7C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ju_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" y="256032"/>
            <a:ext cx="905256" cy="40233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1265408" y="347472"/>
            <a:ext cx="118872" cy="118872"/>
          </a:xfrm>
          <a:prstGeom prst="rect">
            <a:avLst/>
          </a:prstGeom>
          <a:solidFill>
            <a:srgbClr val="253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489436" y="347472"/>
            <a:ext cx="118872" cy="118872"/>
          </a:xfrm>
          <a:prstGeom prst="rect">
            <a:avLst/>
          </a:prstGeom>
          <a:solidFill>
            <a:srgbClr val="B29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713464" y="347472"/>
            <a:ext cx="118872" cy="118872"/>
          </a:xfrm>
          <a:prstGeom prst="rect">
            <a:avLst/>
          </a:prstGeom>
          <a:solidFill>
            <a:srgbClr val="7C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786384"/>
            <a:ext cx="10424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B29E84"/>
                </a:solidFill>
                <a:latin typeface="Segoe UI Semibold"/>
              </a:rPr>
              <a:t>APPENDIX · A4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1005840"/>
            <a:ext cx="108813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0" i="0">
                <a:solidFill>
                  <a:srgbClr val="253439"/>
                </a:solidFill>
                <a:latin typeface="Segoe UI Light"/>
              </a:rPr>
              <a:t>Camera properties — resolution &amp; exposure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1591056"/>
            <a:ext cx="855878" cy="50292"/>
          </a:xfrm>
          <a:prstGeom prst="rect">
            <a:avLst/>
          </a:prstGeom>
          <a:solidFill>
            <a:srgbClr val="253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633118" y="1591056"/>
            <a:ext cx="427939" cy="50292"/>
          </a:xfrm>
          <a:prstGeom prst="rect">
            <a:avLst/>
          </a:prstGeom>
          <a:solidFill>
            <a:srgbClr val="B29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061057" y="1591056"/>
            <a:ext cx="2008022" cy="50292"/>
          </a:xfrm>
          <a:prstGeom prst="rect">
            <a:avLst/>
          </a:prstGeom>
          <a:solidFill>
            <a:srgbClr val="7C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 rot="16200000">
            <a:off x="10625328" y="3310128"/>
            <a:ext cx="274320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7C898B"/>
                </a:solidFill>
                <a:latin typeface="Segoe UI Semibold"/>
              </a:rPr>
              <a:t>APPENDIX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75720" y="6473952"/>
            <a:ext cx="5669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7C898B"/>
                </a:solidFill>
                <a:latin typeface="Segoe UI Semibold"/>
              </a:rPr>
              <a:t>24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1920240"/>
            <a:ext cx="53035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77240" y="1920240"/>
            <a:ext cx="64008" cy="3931920"/>
          </a:xfrm>
          <a:prstGeom prst="rect">
            <a:avLst/>
          </a:prstGeom>
          <a:solidFill>
            <a:srgbClr val="B29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24128" y="2084831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253439"/>
                </a:solidFill>
                <a:latin typeface="Segoe UI Semibold"/>
              </a:rPr>
              <a:t>RESOLUTION — chosen as a window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" y="2560320"/>
            <a:ext cx="4892040" cy="3200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500"/>
              </a:spcAft>
            </a:pPr>
            <a:r>
              <a:rPr sz="930" b="1" i="0">
                <a:solidFill>
                  <a:srgbClr val="B29E84"/>
                </a:solidFill>
                <a:latin typeface="Segoe UI"/>
              </a:rPr>
              <a:t>▪  </a:t>
            </a:r>
            <a:r>
              <a:rPr sz="930" b="0" i="0">
                <a:solidFill>
                  <a:srgbClr val="253439"/>
                </a:solidFill>
                <a:latin typeface="Segoe UI"/>
              </a:rPr>
              <a:t>the Basler sensor always runs full resolution, 2448 × 2048 px — no binning, no scaling anywhere</a:t>
            </a:r>
          </a:p>
          <a:p>
            <a:pPr algn="l">
              <a:lnSpc>
                <a:spcPct val="104000"/>
              </a:lnSpc>
              <a:spcAft>
                <a:spcPts val="500"/>
              </a:spcAft>
            </a:pPr>
            <a:r>
              <a:rPr sz="930" b="1" i="0">
                <a:solidFill>
                  <a:srgbClr val="B29E84"/>
                </a:solidFill>
                <a:latin typeface="Segoe UI"/>
              </a:rPr>
              <a:t>▪  </a:t>
            </a:r>
            <a:r>
              <a:rPr sz="930" b="0" i="0">
                <a:solidFill>
                  <a:srgbClr val="253439"/>
                </a:solidFill>
                <a:latin typeface="Segoe UI"/>
              </a:rPr>
              <a:t>what we SET is which pixels to read: ROI [offset 0, 988 · size 2348 × 419], framed with roi_tool.py so both markers sit inside with room to move; rotated 90° → the 420 × 2348 recordings</a:t>
            </a:r>
          </a:p>
          <a:p>
            <a:pPr algn="l">
              <a:lnSpc>
                <a:spcPct val="104000"/>
              </a:lnSpc>
              <a:spcAft>
                <a:spcPts val="500"/>
              </a:spcAft>
            </a:pPr>
            <a:r>
              <a:rPr sz="930" b="1" i="0">
                <a:solidFill>
                  <a:srgbClr val="B29E84"/>
                </a:solidFill>
                <a:latin typeface="Segoe UI"/>
              </a:rPr>
              <a:t>▪  </a:t>
            </a:r>
            <a:r>
              <a:rPr sz="930" b="0" i="0">
                <a:solidFill>
                  <a:srgbClr val="253439"/>
                </a:solidFill>
                <a:latin typeface="Segoe UI"/>
              </a:rPr>
              <a:t>the ROI is ≈20 % of the sensor (0.98 of 5.0 Mpx) — every frame grabbed, tracked and written is ≈5× lighter, which is what keeps live DIC plus video recording comfortable in real time</a:t>
            </a:r>
          </a:p>
          <a:p>
            <a:pPr algn="l">
              <a:lnSpc>
                <a:spcPct val="104000"/>
              </a:lnSpc>
              <a:spcAft>
                <a:spcPts val="500"/>
              </a:spcAft>
            </a:pPr>
            <a:r>
              <a:rPr sz="930" b="1" i="0">
                <a:solidFill>
                  <a:srgbClr val="B29E84"/>
                </a:solidFill>
                <a:latin typeface="Segoe UI"/>
              </a:rPr>
              <a:t>▪  </a:t>
            </a:r>
            <a:r>
              <a:rPr sz="930" b="0" i="0">
                <a:solidFill>
                  <a:srgbClr val="253439"/>
                </a:solidFill>
                <a:latin typeface="Segoe UI"/>
              </a:rPr>
              <a:t>the value is a TRAVEL budget: at 2348 px a marker reaches the frame edge at ≈33 % strain — sharpness, scale and noise belong to the optics and exposure, not the ROI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1920240"/>
            <a:ext cx="53035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263640" y="1920240"/>
            <a:ext cx="64008" cy="3931920"/>
          </a:xfrm>
          <a:prstGeom prst="rect">
            <a:avLst/>
          </a:prstGeom>
          <a:solidFill>
            <a:srgbClr val="B29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10528" y="2084831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253439"/>
                </a:solidFill>
                <a:latin typeface="Segoe UI Semibold"/>
              </a:rPr>
              <a:t>EXPOSURE — sets the frame 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10528" y="2560320"/>
            <a:ext cx="4892040" cy="3200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500"/>
              </a:spcAft>
            </a:pPr>
            <a:r>
              <a:rPr sz="930" b="1" i="0">
                <a:solidFill>
                  <a:srgbClr val="B29E84"/>
                </a:solidFill>
                <a:latin typeface="Segoe UI"/>
              </a:rPr>
              <a:t>▪  </a:t>
            </a:r>
            <a:r>
              <a:rPr sz="930" b="0" i="0">
                <a:solidFill>
                  <a:srgbClr val="253439"/>
                </a:solidFill>
                <a:latin typeface="Segoe UI"/>
              </a:rPr>
              <a:t>each frame must be exposed before it can be delivered: at 50 ms per frame the ceiling is 1/0.050 s = 20 fps — the app may ask for 35, the camera delivers 19.9</a:t>
            </a:r>
          </a:p>
          <a:p>
            <a:pPr algn="l">
              <a:lnSpc>
                <a:spcPct val="104000"/>
              </a:lnSpc>
              <a:spcAft>
                <a:spcPts val="500"/>
              </a:spcAft>
            </a:pPr>
            <a:r>
              <a:rPr sz="930" b="1" i="0">
                <a:solidFill>
                  <a:srgbClr val="B29E84"/>
                </a:solidFill>
                <a:latin typeface="Segoe UI"/>
              </a:rPr>
              <a:t>▪  </a:t>
            </a:r>
            <a:r>
              <a:rPr sz="930" b="0" i="0">
                <a:solidFill>
                  <a:srgbClr val="253439"/>
                </a:solidFill>
                <a:latin typeface="Segoe UI"/>
              </a:rPr>
              <a:t>WHY: the requested rate is a ceiling, not a promise — the sensor cannot start sending a frame until it has finished gathering light for it, so the true rate is min(requested, 1/exposure); readout overhead shaves 20 to 19.9, and below 28.6 ms of exposure the full 35 would return</a:t>
            </a:r>
          </a:p>
          <a:p>
            <a:pPr algn="l">
              <a:lnSpc>
                <a:spcPct val="104000"/>
              </a:lnSpc>
              <a:spcAft>
                <a:spcPts val="500"/>
              </a:spcAft>
            </a:pPr>
            <a:r>
              <a:rPr sz="930" b="1" i="0">
                <a:solidFill>
                  <a:srgbClr val="B29E84"/>
                </a:solidFill>
                <a:latin typeface="Segoe UI"/>
              </a:rPr>
              <a:t>▪  </a:t>
            </a:r>
            <a:r>
              <a:rPr sz="930" b="0" i="0">
                <a:solidFill>
                  <a:srgbClr val="253439"/>
                </a:solidFill>
                <a:latin typeface="Segoe UI"/>
              </a:rPr>
              <a:t>the 19.9 is MEASURED from frame timestamps on every capture; the video container's declared 35 fps is never believed</a:t>
            </a:r>
          </a:p>
          <a:p>
            <a:pPr algn="l">
              <a:lnSpc>
                <a:spcPct val="104000"/>
              </a:lnSpc>
              <a:spcAft>
                <a:spcPts val="500"/>
              </a:spcAft>
            </a:pPr>
            <a:r>
              <a:rPr sz="930" b="1" i="0">
                <a:solidFill>
                  <a:srgbClr val="B29E84"/>
                </a:solidFill>
                <a:latin typeface="Segoe UI"/>
              </a:rPr>
              <a:t>▪  </a:t>
            </a:r>
            <a:r>
              <a:rPr sz="930" b="0" i="0">
                <a:solidFill>
                  <a:srgbClr val="253439"/>
                </a:solidFill>
                <a:latin typeface="Segoe UI"/>
              </a:rPr>
              <a:t>the value is chosen by Auto-calibrate: it sweeps ×0.3–×2.8 of the current exposure (15–140 ms), scores each setting on measured marker trackability, and proposes the winner — more light means stronger contrast but fewer frames per second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080760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7C898B"/>
                </a:solidFill>
                <a:latin typeface="Segoe UI"/>
              </a:rPr>
              <a:t>In short: resolution decides WHERE we look, exposure decides HOW OFTEN — both set once per rig geometry, by tools, not by hand. Full story: the Weekly deck's camera block.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326</TotalTime>
  <Words>3508</Words>
  <Application>Microsoft Office PowerPoint</Application>
  <PresentationFormat>Widescreen</PresentationFormat>
  <Paragraphs>446</Paragraphs>
  <Slides>24</Slides>
  <Notes>5</Notes>
  <HiddenSlides>5</HiddenSlides>
  <MMClips>3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2" baseType="lpstr">
      <vt:lpstr>Aptos</vt:lpstr>
      <vt:lpstr>Arial</vt:lpstr>
      <vt:lpstr>Calibri</vt:lpstr>
      <vt:lpstr>Lato</vt:lpstr>
      <vt:lpstr>Segoe UI</vt:lpstr>
      <vt:lpstr>Segoe UI Light</vt:lpstr>
      <vt:lpstr>Segoe UI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Adithya Sivakumar</cp:lastModifiedBy>
  <cp:revision>12</cp:revision>
  <dcterms:created xsi:type="dcterms:W3CDTF">2013-01-27T09:14:16Z</dcterms:created>
  <dcterms:modified xsi:type="dcterms:W3CDTF">2026-09-07T11:35:55Z</dcterms:modified>
  <cp:category/>
</cp:coreProperties>
</file>