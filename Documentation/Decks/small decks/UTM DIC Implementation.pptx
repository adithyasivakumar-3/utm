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7"/>
  </p:notesMasterIdLst>
  <p:handoutMasterIdLst>
    <p:handoutMasterId r:id="rId8"/>
  </p:handoutMasterIdLst>
  <p:sldIdLst>
    <p:sldId id="256" r:id="rId5"/>
    <p:sldId id="32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816" userDrawn="1">
          <p15:clr>
            <a:srgbClr val="A4A3A4"/>
          </p15:clr>
        </p15:guide>
        <p15:guide id="2" orient="horz" pos="3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0400"/>
    <a:srgbClr val="436999"/>
    <a:srgbClr val="E9EAAC"/>
    <a:srgbClr val="F8F9BF"/>
    <a:srgbClr val="90D2EC"/>
    <a:srgbClr val="00CC00"/>
    <a:srgbClr val="2D4666"/>
    <a:srgbClr val="688EBD"/>
    <a:srgbClr val="FFE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08F28C-2022-4AD6-91BF-0B7B360B1C95}" v="7" dt="2026-09-04T14:20:40.378"/>
  </p1510:revLst>
</p1510:revInfo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276" y="0"/>
      </p:cViewPr>
      <p:guideLst>
        <p:guide pos="816"/>
        <p:guide orient="horz" pos="38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hya Sivakumar" userId="66f9b287-a2d3-4cb5-8dae-29884e733115" providerId="ADAL" clId="{937D3A49-D0E7-486D-BA98-5AD23D3FA812}"/>
    <pc:docChg chg="undo custSel addSld delSld modSld modMainMaster">
      <pc:chgData name="Adithya Sivakumar" userId="66f9b287-a2d3-4cb5-8dae-29884e733115" providerId="ADAL" clId="{937D3A49-D0E7-486D-BA98-5AD23D3FA812}" dt="2026-09-04T14:21:39.360" v="98" actId="1076"/>
      <pc:docMkLst>
        <pc:docMk/>
      </pc:docMkLst>
      <pc:sldChg chg="addSp delSp modSp add mod setBg">
        <pc:chgData name="Adithya Sivakumar" userId="66f9b287-a2d3-4cb5-8dae-29884e733115" providerId="ADAL" clId="{937D3A49-D0E7-486D-BA98-5AD23D3FA812}" dt="2026-09-04T14:21:39.360" v="98" actId="1076"/>
        <pc:sldMkLst>
          <pc:docMk/>
          <pc:sldMk cId="0" sldId="256"/>
        </pc:sldMkLst>
        <pc:spChg chg="mod">
          <ac:chgData name="Adithya Sivakumar" userId="66f9b287-a2d3-4cb5-8dae-29884e733115" providerId="ADAL" clId="{937D3A49-D0E7-486D-BA98-5AD23D3FA812}" dt="2026-09-04T14:20:34.375" v="90" actId="1076"/>
          <ac:spMkLst>
            <pc:docMk/>
            <pc:sldMk cId="0" sldId="256"/>
            <ac:spMk id="2" creationId="{00000000-0000-0000-0000-000000000000}"/>
          </ac:spMkLst>
        </pc:spChg>
        <pc:spChg chg="del">
          <ac:chgData name="Adithya Sivakumar" userId="66f9b287-a2d3-4cb5-8dae-29884e733115" providerId="ADAL" clId="{937D3A49-D0E7-486D-BA98-5AD23D3FA812}" dt="2026-09-04T14:20:37.642" v="91" actId="478"/>
          <ac:spMkLst>
            <pc:docMk/>
            <pc:sldMk cId="0" sldId="256"/>
            <ac:spMk id="30" creationId="{00000000-0000-0000-0000-000000000000}"/>
          </ac:spMkLst>
        </pc:spChg>
        <pc:spChg chg="mod">
          <ac:chgData name="Adithya Sivakumar" userId="66f9b287-a2d3-4cb5-8dae-29884e733115" providerId="ADAL" clId="{937D3A49-D0E7-486D-BA98-5AD23D3FA812}" dt="2026-09-04T14:21:39.360" v="98" actId="1076"/>
          <ac:spMkLst>
            <pc:docMk/>
            <pc:sldMk cId="0" sldId="256"/>
            <ac:spMk id="31" creationId="{00000000-0000-0000-0000-000000000000}"/>
          </ac:spMkLst>
        </pc:spChg>
        <pc:spChg chg="del">
          <ac:chgData name="Adithya Sivakumar" userId="66f9b287-a2d3-4cb5-8dae-29884e733115" providerId="ADAL" clId="{937D3A49-D0E7-486D-BA98-5AD23D3FA812}" dt="2026-09-04T14:20:38.287" v="92" actId="478"/>
          <ac:spMkLst>
            <pc:docMk/>
            <pc:sldMk cId="0" sldId="256"/>
            <ac:spMk id="33" creationId="{00000000-0000-0000-0000-000000000000}"/>
          </ac:spMkLst>
        </pc:spChg>
        <pc:spChg chg="add del mod">
          <ac:chgData name="Adithya Sivakumar" userId="66f9b287-a2d3-4cb5-8dae-29884e733115" providerId="ADAL" clId="{937D3A49-D0E7-486D-BA98-5AD23D3FA812}" dt="2026-09-04T14:20:46.649" v="96"/>
          <ac:spMkLst>
            <pc:docMk/>
            <pc:sldMk cId="0" sldId="256"/>
            <ac:spMk id="34" creationId="{366B63D6-9DEC-6BEE-1C31-2D2A181105BB}"/>
          </ac:spMkLst>
        </pc:spChg>
        <pc:grpChg chg="mod">
          <ac:chgData name="Adithya Sivakumar" userId="66f9b287-a2d3-4cb5-8dae-29884e733115" providerId="ADAL" clId="{937D3A49-D0E7-486D-BA98-5AD23D3FA812}" dt="2026-09-04T14:20:46.415" v="94" actId="1076"/>
          <ac:grpSpMkLst>
            <pc:docMk/>
            <pc:sldMk cId="0" sldId="256"/>
            <ac:grpSpMk id="13" creationId="{00000000-0000-0000-0000-000000000000}"/>
          </ac:grpSpMkLst>
        </pc:grpChg>
      </pc:sldChg>
      <pc:sldChg chg="del">
        <pc:chgData name="Adithya Sivakumar" userId="66f9b287-a2d3-4cb5-8dae-29884e733115" providerId="ADAL" clId="{937D3A49-D0E7-486D-BA98-5AD23D3FA812}" dt="2026-09-04T14:16:24.571" v="4" actId="47"/>
        <pc:sldMkLst>
          <pc:docMk/>
          <pc:sldMk cId="855215445" sldId="325"/>
        </pc:sldMkLst>
      </pc:sldChg>
      <pc:sldChg chg="addSp delSp modSp mod">
        <pc:chgData name="Adithya Sivakumar" userId="66f9b287-a2d3-4cb5-8dae-29884e733115" providerId="ADAL" clId="{937D3A49-D0E7-486D-BA98-5AD23D3FA812}" dt="2026-09-04T14:16:29.406" v="10"/>
        <pc:sldMkLst>
          <pc:docMk/>
          <pc:sldMk cId="385962098" sldId="326"/>
        </pc:sldMkLst>
        <pc:spChg chg="add del mod">
          <ac:chgData name="Adithya Sivakumar" userId="66f9b287-a2d3-4cb5-8dae-29884e733115" providerId="ADAL" clId="{937D3A49-D0E7-486D-BA98-5AD23D3FA812}" dt="2026-09-04T14:16:28.767" v="7"/>
          <ac:spMkLst>
            <pc:docMk/>
            <pc:sldMk cId="385962098" sldId="326"/>
            <ac:spMk id="4" creationId="{AD7C4F5B-F527-F08C-4CA6-9E2A8DD3671F}"/>
          </ac:spMkLst>
        </pc:spChg>
        <pc:spChg chg="add del mod">
          <ac:chgData name="Adithya Sivakumar" userId="66f9b287-a2d3-4cb5-8dae-29884e733115" providerId="ADAL" clId="{937D3A49-D0E7-486D-BA98-5AD23D3FA812}" dt="2026-09-04T14:16:29.406" v="10"/>
          <ac:spMkLst>
            <pc:docMk/>
            <pc:sldMk cId="385962098" sldId="326"/>
            <ac:spMk id="5" creationId="{8C85E189-186C-6A0D-4F83-C244EF8CFB27}"/>
          </ac:spMkLst>
        </pc:spChg>
      </pc:sldChg>
      <pc:sldMasterChg chg="addSp mod">
        <pc:chgData name="Adithya Sivakumar" userId="66f9b287-a2d3-4cb5-8dae-29884e733115" providerId="ADAL" clId="{937D3A49-D0E7-486D-BA98-5AD23D3FA812}" dt="2026-09-04T14:16:47.532" v="11" actId="22"/>
        <pc:sldMasterMkLst>
          <pc:docMk/>
          <pc:sldMasterMk cId="1788353970" sldId="2147483648"/>
        </pc:sldMasterMkLst>
        <pc:picChg chg="add">
          <ac:chgData name="Adithya Sivakumar" userId="66f9b287-a2d3-4cb5-8dae-29884e733115" providerId="ADAL" clId="{937D3A49-D0E7-486D-BA98-5AD23D3FA812}" dt="2026-09-04T14:16:47.532" v="11" actId="22"/>
          <ac:picMkLst>
            <pc:docMk/>
            <pc:sldMasterMk cId="1788353970" sldId="2147483648"/>
            <ac:picMk id="5" creationId="{38B9FE3C-925D-A38E-027F-D455343CC1FC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BA57456-157A-C12A-2FEC-91B7B9EE49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D46761-828E-1508-56BD-BAEADF34862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95820-84BB-3447-8286-60A51307E7F2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28A7E-6B0E-809C-73D1-4B5E2FF471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A5AA6-0C5B-430A-E0C4-C90B2F0A1C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476440-F66F-F947-8EFC-EA5202ACFD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176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08FC54-6AE4-6A4A-9756-823A0F1BE5A6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79E9EB-07EB-9D44-9F5A-AB1FBECCDD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5874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76609C33-D605-6146-1378-F67C572F05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04800 w 12192000"/>
              <a:gd name="connsiteY0" fmla="*/ 266701 h 6858000"/>
              <a:gd name="connsiteX1" fmla="*/ 304800 w 12192000"/>
              <a:gd name="connsiteY1" fmla="*/ 6591300 h 6858000"/>
              <a:gd name="connsiteX2" fmla="*/ 11887200 w 12192000"/>
              <a:gd name="connsiteY2" fmla="*/ 6591300 h 6858000"/>
              <a:gd name="connsiteX3" fmla="*/ 11887200 w 12192000"/>
              <a:gd name="connsiteY3" fmla="*/ 266701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304800" y="266701"/>
                </a:moveTo>
                <a:lnTo>
                  <a:pt x="304800" y="6591300"/>
                </a:lnTo>
                <a:lnTo>
                  <a:pt x="11887200" y="6591300"/>
                </a:lnTo>
                <a:lnTo>
                  <a:pt x="11887200" y="266701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2398E06-9E0E-BC81-DEB5-1DB2F8635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7320"/>
            <a:ext cx="10515600" cy="4023360"/>
          </a:xfrm>
        </p:spPr>
        <p:txBody>
          <a:bodyPr anchor="ctr"/>
          <a:lstStyle>
            <a:lvl1pPr algn="ctr">
              <a:defRPr sz="5400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044184"/>
            <a:ext cx="9144000" cy="356616"/>
          </a:xfrm>
        </p:spPr>
        <p:txBody>
          <a:bodyPr/>
          <a:lstStyle>
            <a:lvl1pPr marL="0" indent="0" algn="ctr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DC5B68-548C-395D-B9A9-EA694F6CB59F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91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738F023-8BDF-71DB-D6AB-776F7C6413B2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3581400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  <a:gd name="connsiteX4" fmla="*/ 0 w 3581400"/>
              <a:gd name="connsiteY4" fmla="*/ 6172201 h 6858000"/>
              <a:gd name="connsiteX5" fmla="*/ 2971800 w 3581400"/>
              <a:gd name="connsiteY5" fmla="*/ 6172201 h 6858000"/>
              <a:gd name="connsiteX6" fmla="*/ 2971800 w 3581400"/>
              <a:gd name="connsiteY6" fmla="*/ 685800 h 6858000"/>
              <a:gd name="connsiteX7" fmla="*/ 0 w 3581400"/>
              <a:gd name="connsiteY7" fmla="*/ 6858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6172201"/>
                </a:lnTo>
                <a:lnTo>
                  <a:pt x="2971800" y="6172201"/>
                </a:lnTo>
                <a:lnTo>
                  <a:pt x="2971800" y="685800"/>
                </a:lnTo>
                <a:lnTo>
                  <a:pt x="0" y="6858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4114800" cy="2286000"/>
          </a:xfrm>
        </p:spPr>
        <p:txBody>
          <a:bodyPr/>
          <a:lstStyle>
            <a:lvl1pPr>
              <a:defRPr sz="3200" spc="30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3566160"/>
            <a:ext cx="4114800" cy="2651760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spcBef>
                <a:spcPts val="1400"/>
              </a:spcBef>
              <a:buClr>
                <a:schemeClr val="accent1"/>
              </a:buClr>
              <a:buFont typeface="Courier New" panose="02070309020205020404" pitchFamily="49" charset="0"/>
              <a:buChar char="o"/>
              <a:defRPr sz="2400" cap="all" spc="0" baseline="0"/>
            </a:lvl1pPr>
            <a:lvl2pPr marL="914400">
              <a:defRPr spc="0" baseline="0"/>
            </a:lvl2pPr>
            <a:lvl3pPr marL="1371600">
              <a:defRPr spc="0" baseline="0"/>
            </a:lvl3pPr>
            <a:lvl4pPr marL="1828800">
              <a:defRPr spc="0" baseline="0"/>
            </a:lvl4pPr>
            <a:lvl5pPr marL="2286000"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0AD0F96-99DE-C9D9-569E-AE6FC6307EA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87568" y="1435608"/>
            <a:ext cx="5897880" cy="3977640"/>
          </a:xfr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EB7E3-3953-BAB4-1B15-383082C6C31E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16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2697480"/>
            <a:ext cx="10515600" cy="2606040"/>
          </a:xfr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6044184"/>
            <a:ext cx="10515600" cy="457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88952" cy="23682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3AD4F0-8C4C-FC68-2450-06419A6D0131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159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510974D-B222-2876-052D-21F0E075D288}"/>
              </a:ext>
            </a:extLst>
          </p:cNvPr>
          <p:cNvSpPr/>
          <p:nvPr userDrawn="1"/>
        </p:nvSpPr>
        <p:spPr>
          <a:xfrm>
            <a:off x="0" y="0"/>
            <a:ext cx="12192000" cy="4457700"/>
          </a:xfrm>
          <a:custGeom>
            <a:avLst/>
            <a:gdLst>
              <a:gd name="connsiteX0" fmla="*/ 0 w 12192000"/>
              <a:gd name="connsiteY0" fmla="*/ 0 h 4457700"/>
              <a:gd name="connsiteX1" fmla="*/ 12192000 w 12192000"/>
              <a:gd name="connsiteY1" fmla="*/ 0 h 4457700"/>
              <a:gd name="connsiteX2" fmla="*/ 12192000 w 12192000"/>
              <a:gd name="connsiteY2" fmla="*/ 4457700 h 4457700"/>
              <a:gd name="connsiteX3" fmla="*/ 11563350 w 12192000"/>
              <a:gd name="connsiteY3" fmla="*/ 4457700 h 4457700"/>
              <a:gd name="connsiteX4" fmla="*/ 11563350 w 12192000"/>
              <a:gd name="connsiteY4" fmla="*/ 685800 h 4457700"/>
              <a:gd name="connsiteX5" fmla="*/ 628650 w 12192000"/>
              <a:gd name="connsiteY5" fmla="*/ 685800 h 4457700"/>
              <a:gd name="connsiteX6" fmla="*/ 628650 w 12192000"/>
              <a:gd name="connsiteY6" fmla="*/ 4457700 h 4457700"/>
              <a:gd name="connsiteX7" fmla="*/ 0 w 12192000"/>
              <a:gd name="connsiteY7" fmla="*/ 4457700 h 44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457700">
                <a:moveTo>
                  <a:pt x="0" y="0"/>
                </a:moveTo>
                <a:lnTo>
                  <a:pt x="12192000" y="0"/>
                </a:lnTo>
                <a:lnTo>
                  <a:pt x="12192000" y="4457700"/>
                </a:lnTo>
                <a:lnTo>
                  <a:pt x="11563350" y="4457700"/>
                </a:lnTo>
                <a:lnTo>
                  <a:pt x="11563350" y="685800"/>
                </a:lnTo>
                <a:lnTo>
                  <a:pt x="628650" y="685800"/>
                </a:lnTo>
                <a:lnTo>
                  <a:pt x="628650" y="4457700"/>
                </a:lnTo>
                <a:lnTo>
                  <a:pt x="0" y="44577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408" y="1143000"/>
            <a:ext cx="10241280" cy="22860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5688" y="3803904"/>
            <a:ext cx="8046720" cy="9144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1A471A-8A28-B00F-72E9-849D5E6B7257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8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B82FF-5339-5456-4D30-0C2DA7907AAE}"/>
              </a:ext>
            </a:extLst>
          </p:cNvPr>
          <p:cNvSpPr/>
          <p:nvPr userDrawn="1"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096" y="1097280"/>
            <a:ext cx="6217920" cy="1828800"/>
          </a:xfrm>
        </p:spPr>
        <p:txBody>
          <a:bodyPr/>
          <a:lstStyle>
            <a:lvl1pPr>
              <a:defRPr sz="32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2C39A257-2366-FF6B-67AD-9342B6B0B6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8448" y="1828800"/>
            <a:ext cx="3200400" cy="320040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0096" y="3429000"/>
            <a:ext cx="6217920" cy="2743200"/>
          </a:xfrm>
        </p:spPr>
        <p:txBody>
          <a:bodyPr>
            <a:normAutofit/>
          </a:bodyPr>
          <a:lstStyle>
            <a:lvl1pPr marL="457200">
              <a:spcBef>
                <a:spcPts val="1400"/>
              </a:spcBef>
              <a:buSzPct val="80000"/>
              <a:defRPr cap="all" spc="0" baseline="0"/>
            </a:lvl1pPr>
            <a:lvl2pPr marL="914400">
              <a:buSzPct val="80000"/>
              <a:defRPr spc="0" baseline="0"/>
            </a:lvl2pPr>
            <a:lvl3pPr marL="1371600">
              <a:buSzPct val="80000"/>
              <a:defRPr spc="0" baseline="0"/>
            </a:lvl3pPr>
            <a:lvl4pPr marL="1828800">
              <a:buSzPct val="80000"/>
              <a:defRPr spc="0" baseline="0"/>
            </a:lvl4pPr>
            <a:lvl5pPr marL="2286000">
              <a:buSzPct val="80000"/>
              <a:defRPr spc="0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7F99EA-AB5F-24F3-D971-2B9BDE3B4F3C}"/>
              </a:ext>
            </a:extLst>
          </p:cNvPr>
          <p:cNvSpPr txBox="1"/>
          <p:nvPr userDrawn="1"/>
        </p:nvSpPr>
        <p:spPr>
          <a:xfrm>
            <a:off x="641838" y="55479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9BB099-33E8-8B24-7E54-70E7457A1C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5DF2D63-3FF5-D547-96B9-BE9CCD1ABA58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A4A755-28B6-5A01-94AB-C3CCC4368885}"/>
              </a:ext>
            </a:extLst>
          </p:cNvPr>
          <p:cNvCxnSpPr>
            <a:cxnSpLocks/>
          </p:cNvCxnSpPr>
          <p:nvPr userDrawn="1"/>
        </p:nvCxnSpPr>
        <p:spPr>
          <a:xfrm>
            <a:off x="5340096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33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000" y="1481328"/>
            <a:ext cx="9144000" cy="3895344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4248" y="1920240"/>
            <a:ext cx="8229600" cy="301752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5483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BCF04C-49F6-66E8-41A0-B3C371944EA1}"/>
              </a:ext>
            </a:extLst>
          </p:cNvPr>
          <p:cNvSpPr/>
          <p:nvPr userDrawn="1"/>
        </p:nvSpPr>
        <p:spPr>
          <a:xfrm>
            <a:off x="6705600" y="0"/>
            <a:ext cx="54864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931920"/>
            <a:ext cx="5029200" cy="18288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DDE351D0-FB9C-3473-AF28-52927741728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80160" y="548640"/>
            <a:ext cx="3017520" cy="3017520"/>
          </a:xfrm>
          <a:prstGeom prst="ellipse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5472" y="731520"/>
            <a:ext cx="4306824" cy="5394960"/>
          </a:xfrm>
        </p:spPr>
        <p:txBody>
          <a:bodyPr anchor="b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cap="all" baseline="0"/>
            </a:lvl1pPr>
            <a:lvl2pPr marL="914400">
              <a:buClr>
                <a:schemeClr val="tx1"/>
              </a:buClr>
              <a:buSzPct val="80000"/>
              <a:defRPr/>
            </a:lvl2pPr>
            <a:lvl3pPr marL="1371600">
              <a:buClr>
                <a:schemeClr val="tx1"/>
              </a:buClr>
              <a:buSzPct val="80000"/>
              <a:defRPr/>
            </a:lvl3pPr>
            <a:lvl4pPr marL="1828800">
              <a:buClr>
                <a:schemeClr val="tx1"/>
              </a:buClr>
              <a:buSzPct val="80000"/>
              <a:defRPr/>
            </a:lvl4pPr>
            <a:lvl5pPr marL="2286000">
              <a:buClr>
                <a:schemeClr val="tx1"/>
              </a:buClr>
              <a:buSzPct val="80000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171EC5-29BE-C106-1E9B-0CBDB598A131}"/>
              </a:ext>
            </a:extLst>
          </p:cNvPr>
          <p:cNvCxnSpPr>
            <a:cxnSpLocks/>
          </p:cNvCxnSpPr>
          <p:nvPr userDrawn="1"/>
        </p:nvCxnSpPr>
        <p:spPr>
          <a:xfrm>
            <a:off x="1298448" y="6111876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214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ligh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5760" tIns="365760" rIns="365760" bIns="365760">
            <a:normAutofit/>
          </a:bodyPr>
          <a:lstStyle>
            <a:lvl1pPr marL="457200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lnSpc>
                <a:spcPct val="90000"/>
              </a:lnSpc>
              <a:buClr>
                <a:schemeClr val="tx1"/>
              </a:buClr>
              <a:buSzPct val="80000"/>
              <a:defRPr sz="1600"/>
            </a:lvl2pPr>
            <a:lvl3pPr marL="1371600">
              <a:lnSpc>
                <a:spcPct val="90000"/>
              </a:lnSpc>
              <a:buClr>
                <a:schemeClr val="tx1"/>
              </a:buClr>
              <a:buSzPct val="80000"/>
              <a:defRPr sz="1400"/>
            </a:lvl3pPr>
            <a:lvl4pPr marL="1828800">
              <a:lnSpc>
                <a:spcPct val="90000"/>
              </a:lnSpc>
              <a:buClr>
                <a:schemeClr val="tx1"/>
              </a:buClr>
              <a:buSzPct val="80000"/>
              <a:defRPr sz="1200"/>
            </a:lvl4pPr>
            <a:lvl5pPr marL="2286000">
              <a:lnSpc>
                <a:spcPct val="90000"/>
              </a:lnSpc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Jönköping University, Sweden | Study.eu">
            <a:extLst>
              <a:ext uri="{FF2B5EF4-FFF2-40B4-BE49-F238E27FC236}">
                <a16:creationId xmlns:a16="http://schemas.microsoft.com/office/drawing/2014/main" id="{03E70040-6AC8-6D67-615D-4B3A1A1D99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10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5029200" cy="18288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84848" y="1097280"/>
            <a:ext cx="4572000" cy="18288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80160" y="3172968"/>
            <a:ext cx="10076688" cy="310896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600"/>
            </a:lvl2pPr>
            <a:lvl3pPr marL="1371600">
              <a:buSzPct val="80000"/>
              <a:defRPr sz="1400"/>
            </a:lvl3pPr>
            <a:lvl4pPr marL="1828800">
              <a:buSzPct val="80000"/>
              <a:defRPr sz="1200"/>
            </a:lvl4pPr>
            <a:lvl5pPr marL="2286000"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Jönköping University, Sweden | Study.eu">
            <a:extLst>
              <a:ext uri="{FF2B5EF4-FFF2-40B4-BE49-F238E27FC236}">
                <a16:creationId xmlns:a16="http://schemas.microsoft.com/office/drawing/2014/main" id="{01670463-1B57-883E-5829-6D048B5CB3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2774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BC2AC2-003C-AACD-1271-F2F8FBE8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758F50-A87C-F2A1-40E8-08F07081E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572000" cy="3429000"/>
          </a:xfrm>
          <a:noFill/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400"/>
              </a:spcBef>
              <a:buSzPct val="80000"/>
              <a:defRPr sz="1800" b="1"/>
            </a:lvl1pPr>
            <a:lvl2pPr marL="4572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2pPr>
            <a:lvl3pPr marL="914400">
              <a:lnSpc>
                <a:spcPct val="90000"/>
              </a:lnSpc>
              <a:spcBef>
                <a:spcPts val="1400"/>
              </a:spcBef>
              <a:buSzPct val="80000"/>
              <a:defRPr sz="1800"/>
            </a:lvl3pPr>
            <a:lvl4pPr marL="914400" indent="0">
              <a:lnSpc>
                <a:spcPct val="90000"/>
              </a:lnSpc>
              <a:spcBef>
                <a:spcPts val="1400"/>
              </a:spcBef>
              <a:buSzPct val="80000"/>
              <a:buNone/>
              <a:defRPr sz="1800"/>
            </a:lvl4pPr>
            <a:lvl5pPr marL="1371600">
              <a:lnSpc>
                <a:spcPct val="90000"/>
              </a:lnSpc>
              <a:spcBef>
                <a:spcPts val="1400"/>
              </a:spcBef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023B02AB-1DB6-AF79-E1B3-175C76BE57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377440"/>
            <a:ext cx="4645152" cy="3429000"/>
          </a:xfrm>
          <a:noFill/>
        </p:spPr>
        <p:txBody>
          <a:bodyPr lIns="0" tIns="0" rIns="0" bIns="0">
            <a:normAutofit/>
          </a:bodyPr>
          <a:lstStyle>
            <a:lvl1pPr marL="457200">
              <a:spcBef>
                <a:spcPts val="1400"/>
              </a:spcBef>
              <a:buSzPct val="80000"/>
              <a:defRPr sz="1800"/>
            </a:lvl1pPr>
            <a:lvl2pPr marL="914400">
              <a:buSzPct val="80000"/>
              <a:defRPr sz="1800"/>
            </a:lvl2pPr>
            <a:lvl3pPr marL="1371600">
              <a:buSzPct val="80000"/>
              <a:defRPr sz="1800"/>
            </a:lvl3pPr>
            <a:lvl4pPr marL="1828800">
              <a:buSzPct val="80000"/>
              <a:defRPr sz="1800"/>
            </a:lvl4pPr>
            <a:lvl5pPr marL="2286000">
              <a:buSzPct val="80000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2041A78-2CBE-4D73-EF5D-E65139C79DC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Jönköping University, Sweden | Study.eu">
            <a:extLst>
              <a:ext uri="{FF2B5EF4-FFF2-40B4-BE49-F238E27FC236}">
                <a16:creationId xmlns:a16="http://schemas.microsoft.com/office/drawing/2014/main" id="{34A23D74-0195-620C-B7E3-EAD835C6DF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4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BA83-0C6E-2A70-AED3-E386CABE6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601200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80160" y="2377440"/>
            <a:ext cx="9619488" cy="3429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612406-06E6-DCE4-7F2F-D98836A802A6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4" descr="Jönköping University, Sweden | Study.eu">
            <a:extLst>
              <a:ext uri="{FF2B5EF4-FFF2-40B4-BE49-F238E27FC236}">
                <a16:creationId xmlns:a16="http://schemas.microsoft.com/office/drawing/2014/main" id="{B60D4EE4-5F0B-E174-0877-6945A93D1F1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58893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1955" cy="9144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2377440"/>
            <a:ext cx="4663440" cy="3566160"/>
          </a:xfrm>
          <a:solidFill>
            <a:schemeClr val="accent4"/>
          </a:solidFill>
        </p:spPr>
        <p:txBody>
          <a:bodyPr lIns="365760" tIns="365760" rIns="365760" bIns="365760">
            <a:normAutofit/>
          </a:bodyPr>
          <a:lstStyle>
            <a:lvl1pPr marL="457200">
              <a:spcBef>
                <a:spcPts val="1400"/>
              </a:spcBef>
              <a:buClr>
                <a:schemeClr val="tx1"/>
              </a:buClr>
              <a:buSzPct val="80000"/>
              <a:defRPr sz="1800" cap="all" baseline="0"/>
            </a:lvl1pPr>
            <a:lvl2pPr marL="914400">
              <a:buClr>
                <a:schemeClr val="tx1"/>
              </a:buClr>
              <a:buSzPct val="80000"/>
              <a:defRPr sz="1600"/>
            </a:lvl2pPr>
            <a:lvl3pPr marL="1371600">
              <a:buClr>
                <a:schemeClr val="tx1"/>
              </a:buClr>
              <a:buSzPct val="80000"/>
              <a:defRPr sz="1400"/>
            </a:lvl3pPr>
            <a:lvl4pPr marL="1828800">
              <a:buClr>
                <a:schemeClr val="tx1"/>
              </a:buClr>
              <a:buSzPct val="80000"/>
              <a:defRPr sz="1200"/>
            </a:lvl4pPr>
            <a:lvl5pPr marL="2286000">
              <a:buClr>
                <a:schemeClr val="tx1"/>
              </a:buClr>
              <a:buSzPct val="80000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1554B7-BB36-76F6-DD79-11088AA69E82}"/>
              </a:ext>
            </a:extLst>
          </p:cNvPr>
          <p:cNvCxnSpPr>
            <a:cxnSpLocks/>
          </p:cNvCxnSpPr>
          <p:nvPr userDrawn="1"/>
        </p:nvCxnSpPr>
        <p:spPr>
          <a:xfrm>
            <a:off x="1295400" y="822960"/>
            <a:ext cx="411480" cy="0"/>
          </a:xfrm>
          <a:prstGeom prst="line">
            <a:avLst/>
          </a:prstGeom>
          <a:ln w="889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Jönköping University, Sweden | Study.eu">
            <a:extLst>
              <a:ext uri="{FF2B5EF4-FFF2-40B4-BE49-F238E27FC236}">
                <a16:creationId xmlns:a16="http://schemas.microsoft.com/office/drawing/2014/main" id="{88EECD66-4932-55E6-E3C5-F2652362F2F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339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ABAFD431-F46D-3701-6A51-738ADAF3A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163824"/>
            <a:ext cx="10515600" cy="2322576"/>
          </a:xfrm>
          <a:prstGeom prst="rect">
            <a:avLst/>
          </a:prstGeom>
          <a:noFill/>
        </p:spPr>
        <p:txBody>
          <a:bodyPr wrap="square" bIns="0" anchor="ctr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AFD788D-D699-2BA7-3637-AA3B48C0908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53000" y="548640"/>
            <a:ext cx="2286000" cy="2286000"/>
          </a:xfrm>
          <a:prstGeom prst="ellipse">
            <a:avLst/>
          </a:prstGeom>
        </p:spPr>
        <p:txBody>
          <a:bodyPr anchor="t"/>
          <a:lstStyle>
            <a:lvl1pPr marL="0" indent="0" algn="ctr">
              <a:buNone/>
              <a:defRPr sz="105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808A0C0-A02B-D1C7-6DE5-CA25624AD0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72768" y="6044184"/>
            <a:ext cx="9116568" cy="365760"/>
          </a:xfrm>
        </p:spPr>
        <p:txBody>
          <a:bodyPr anchor="t"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CE7D81-1954-1B1F-C0AC-21C85AFD3C1E}"/>
              </a:ext>
            </a:extLst>
          </p:cNvPr>
          <p:cNvSpPr/>
          <p:nvPr userDrawn="1"/>
        </p:nvSpPr>
        <p:spPr>
          <a:xfrm>
            <a:off x="5891213" y="5628222"/>
            <a:ext cx="409575" cy="883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4" descr="Jönköping University, Sweden | Study.eu">
            <a:extLst>
              <a:ext uri="{FF2B5EF4-FFF2-40B4-BE49-F238E27FC236}">
                <a16:creationId xmlns:a16="http://schemas.microsoft.com/office/drawing/2014/main" id="{0017F95F-A718-5CB6-1CDE-A987A9A5615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110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79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09600"/>
            <a:ext cx="9821955" cy="12561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1855945"/>
            <a:ext cx="9821955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78A08F60-CEF1-832D-D403-282EA76CBE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0624" y="6019801"/>
            <a:ext cx="457200" cy="1841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cap="all" spc="200" baseline="0">
                <a:solidFill>
                  <a:schemeClr val="accent1"/>
                </a:solidFill>
                <a:latin typeface="Posterama" panose="020B0504020200020000" pitchFamily="34" charset="0"/>
              </a:defRPr>
            </a:lvl1pPr>
          </a:lstStyle>
          <a:p>
            <a:fld id="{75DF2D63-3FF5-D547-96B9-BE9CCD1ABA5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Jönköping University, Sweden | Study.eu">
            <a:extLst>
              <a:ext uri="{FF2B5EF4-FFF2-40B4-BE49-F238E27FC236}">
                <a16:creationId xmlns:a16="http://schemas.microsoft.com/office/drawing/2014/main" id="{38B9FE3C-925D-A38E-027F-D455343CC1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4085" y="170829"/>
            <a:ext cx="1058800" cy="470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74" r:id="rId3"/>
    <p:sldLayoutId id="2147483675" r:id="rId4"/>
    <p:sldLayoutId id="2147483664" r:id="rId5"/>
    <p:sldLayoutId id="2147483676" r:id="rId6"/>
    <p:sldLayoutId id="2147483677" r:id="rId7"/>
    <p:sldLayoutId id="2147483681" r:id="rId8"/>
    <p:sldLayoutId id="2147483682" r:id="rId9"/>
    <p:sldLayoutId id="2147483683" r:id="rId10"/>
    <p:sldLayoutId id="2147483680" r:id="rId11"/>
    <p:sldLayoutId id="2147483684" r:id="rId12"/>
    <p:sldLayoutId id="2147483673" r:id="rId13"/>
    <p:sldLayoutId id="214748368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Posterama" panose="020B0504020200020000" pitchFamily="34" charset="0"/>
        </a:defRPr>
      </a:lvl1pPr>
    </p:titleStyle>
    <p:bodyStyle>
      <a:lvl1pPr marL="228600" indent="-4572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Courier New" panose="02070309020205020404" pitchFamily="49" charset="0"/>
        <a:buChar char="o"/>
        <a:defRPr sz="2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4572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40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3960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19412" y="2889554"/>
            <a:ext cx="8857131" cy="1578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5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4400" b="1" dirty="0">
                <a:solidFill>
                  <a:srgbClr val="253439"/>
                </a:solidFill>
                <a:latin typeface="Lato"/>
              </a:rPr>
              <a:t>1-D DIC IMPLEMENTATION ON UNIVERSAL TESTING MACHINE</a:t>
            </a:r>
            <a:endParaRPr lang="en-US" sz="4400" b="1" dirty="0">
              <a:solidFill>
                <a:srgbClr val="253439"/>
              </a:solidFill>
              <a:latin typeface="Lato"/>
              <a:sym typeface="Lato"/>
            </a:endParaRPr>
          </a:p>
        </p:txBody>
      </p:sp>
      <p:grpSp>
        <p:nvGrpSpPr>
          <p:cNvPr id="3" name="Group 3"/>
          <p:cNvGrpSpPr/>
          <p:nvPr/>
        </p:nvGrpSpPr>
        <p:grpSpPr>
          <a:xfrm rot="-5400000">
            <a:off x="3141665" y="3060792"/>
            <a:ext cx="150587" cy="3602211"/>
            <a:chOff x="0" y="0"/>
            <a:chExt cx="301173" cy="7204422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301173" cy="7204422"/>
              <a:chOff x="0" y="0"/>
              <a:chExt cx="59491" cy="142309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59491" cy="142309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42309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423096"/>
                    </a:lnTo>
                    <a:lnTo>
                      <a:pt x="0" y="1423096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SE" sz="12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59491" cy="146119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66"/>
                  </a:lnSpc>
                </a:pPr>
                <a:endParaRPr sz="120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0"/>
              <a:ext cx="301173" cy="1830478"/>
              <a:chOff x="0" y="0"/>
              <a:chExt cx="59491" cy="36157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9491" cy="361576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361576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361576"/>
                    </a:lnTo>
                    <a:lnTo>
                      <a:pt x="0" y="361576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SE" sz="12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59491" cy="399676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66"/>
                  </a:lnSpc>
                </a:pPr>
                <a:endParaRPr sz="12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0" y="1828197"/>
              <a:ext cx="301173" cy="795134"/>
              <a:chOff x="0" y="0"/>
              <a:chExt cx="59491" cy="157064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9491" cy="157064"/>
              </a:xfrm>
              <a:custGeom>
                <a:avLst/>
                <a:gdLst/>
                <a:ahLst/>
                <a:cxnLst/>
                <a:rect l="l" t="t" r="r" b="b"/>
                <a:pathLst>
                  <a:path w="59491" h="157064">
                    <a:moveTo>
                      <a:pt x="0" y="0"/>
                    </a:moveTo>
                    <a:lnTo>
                      <a:pt x="59491" y="0"/>
                    </a:lnTo>
                    <a:lnTo>
                      <a:pt x="59491" y="157064"/>
                    </a:lnTo>
                    <a:lnTo>
                      <a:pt x="0" y="157064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SE" sz="12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59491" cy="195164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66"/>
                  </a:lnSpc>
                </a:pPr>
                <a:endParaRPr sz="1200"/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>
            <a:off x="11062737" y="761359"/>
            <a:ext cx="901503" cy="183175"/>
            <a:chOff x="0" y="0"/>
            <a:chExt cx="1803007" cy="366350"/>
          </a:xfrm>
        </p:grpSpPr>
        <p:grpSp>
          <p:nvGrpSpPr>
            <p:cNvPr id="14" name="Group 14"/>
            <p:cNvGrpSpPr/>
            <p:nvPr/>
          </p:nvGrpSpPr>
          <p:grpSpPr>
            <a:xfrm rot="-5400000">
              <a:off x="0" y="0"/>
              <a:ext cx="366350" cy="366350"/>
              <a:chOff x="0" y="0"/>
              <a:chExt cx="178795" cy="17879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78795" cy="178795"/>
              </a:xfrm>
              <a:custGeom>
                <a:avLst/>
                <a:gdLst/>
                <a:ahLst/>
                <a:cxnLst/>
                <a:rect l="l" t="t" r="r" b="b"/>
                <a:pathLst>
                  <a:path w="178795" h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253439"/>
              </a:solidFill>
            </p:spPr>
            <p:txBody>
              <a:bodyPr/>
              <a:lstStyle/>
              <a:p>
                <a:endParaRPr lang="en-SE" sz="12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66"/>
                  </a:lnSpc>
                </a:pPr>
                <a:endParaRPr sz="120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 rot="-5400000">
              <a:off x="718328" y="0"/>
              <a:ext cx="366350" cy="366350"/>
              <a:chOff x="0" y="0"/>
              <a:chExt cx="178795" cy="17879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78795" cy="178795"/>
              </a:xfrm>
              <a:custGeom>
                <a:avLst/>
                <a:gdLst/>
                <a:ahLst/>
                <a:cxnLst/>
                <a:rect l="l" t="t" r="r" b="b"/>
                <a:pathLst>
                  <a:path w="178795" h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B29E84"/>
              </a:solidFill>
            </p:spPr>
            <p:txBody>
              <a:bodyPr/>
              <a:lstStyle/>
              <a:p>
                <a:endParaRPr lang="en-SE" sz="12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66"/>
                  </a:lnSpc>
                </a:pPr>
                <a:endParaRPr sz="12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-5400000">
              <a:off x="1436657" y="0"/>
              <a:ext cx="366350" cy="366350"/>
              <a:chOff x="0" y="0"/>
              <a:chExt cx="178795" cy="178795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78795" cy="178795"/>
              </a:xfrm>
              <a:custGeom>
                <a:avLst/>
                <a:gdLst/>
                <a:ahLst/>
                <a:cxnLst/>
                <a:rect l="l" t="t" r="r" b="b"/>
                <a:pathLst>
                  <a:path w="178795" h="178795">
                    <a:moveTo>
                      <a:pt x="0" y="0"/>
                    </a:moveTo>
                    <a:lnTo>
                      <a:pt x="178795" y="0"/>
                    </a:lnTo>
                    <a:lnTo>
                      <a:pt x="178795" y="178795"/>
                    </a:lnTo>
                    <a:lnTo>
                      <a:pt x="0" y="178795"/>
                    </a:lnTo>
                    <a:close/>
                  </a:path>
                </a:pathLst>
              </a:custGeom>
              <a:solidFill>
                <a:srgbClr val="7C898B"/>
              </a:solidFill>
            </p:spPr>
            <p:txBody>
              <a:bodyPr/>
              <a:lstStyle/>
              <a:p>
                <a:endParaRPr lang="en-SE" sz="12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78795" cy="21689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866"/>
                  </a:lnSpc>
                </a:pPr>
                <a:endParaRPr sz="1200"/>
              </a:p>
            </p:txBody>
          </p:sp>
        </p:grpSp>
      </p:grpSp>
      <p:grpSp>
        <p:nvGrpSpPr>
          <p:cNvPr id="23" name="Group 23"/>
          <p:cNvGrpSpPr/>
          <p:nvPr/>
        </p:nvGrpSpPr>
        <p:grpSpPr>
          <a:xfrm>
            <a:off x="-254480" y="-145784"/>
            <a:ext cx="940280" cy="7149567"/>
            <a:chOff x="0" y="0"/>
            <a:chExt cx="371469" cy="282452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1469" cy="2824520"/>
            </a:xfrm>
            <a:custGeom>
              <a:avLst/>
              <a:gdLst/>
              <a:ahLst/>
              <a:cxnLst/>
              <a:rect l="l" t="t" r="r" b="b"/>
              <a:pathLst>
                <a:path w="371469" h="2824520">
                  <a:moveTo>
                    <a:pt x="0" y="0"/>
                  </a:moveTo>
                  <a:lnTo>
                    <a:pt x="371469" y="0"/>
                  </a:lnTo>
                  <a:lnTo>
                    <a:pt x="371469" y="2824520"/>
                  </a:lnTo>
                  <a:lnTo>
                    <a:pt x="0" y="2824520"/>
                  </a:lnTo>
                  <a:close/>
                </a:path>
              </a:pathLst>
            </a:custGeom>
            <a:solidFill>
              <a:srgbClr val="7C898B"/>
            </a:solidFill>
          </p:spPr>
          <p:txBody>
            <a:bodyPr/>
            <a:lstStyle/>
            <a:p>
              <a:endParaRPr lang="en-SE" sz="12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71469" cy="2862621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6"/>
                </a:lnSpc>
              </a:pPr>
              <a:endParaRPr sz="1200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-152880" y="-44184"/>
            <a:ext cx="838680" cy="1103773"/>
            <a:chOff x="0" y="0"/>
            <a:chExt cx="331330" cy="4360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31330" cy="436059"/>
            </a:xfrm>
            <a:custGeom>
              <a:avLst/>
              <a:gdLst/>
              <a:ahLst/>
              <a:cxnLst/>
              <a:rect l="l" t="t" r="r" b="b"/>
              <a:pathLst>
                <a:path w="331330" h="436059">
                  <a:moveTo>
                    <a:pt x="0" y="0"/>
                  </a:moveTo>
                  <a:lnTo>
                    <a:pt x="331330" y="0"/>
                  </a:lnTo>
                  <a:lnTo>
                    <a:pt x="331330" y="436059"/>
                  </a:lnTo>
                  <a:lnTo>
                    <a:pt x="0" y="436059"/>
                  </a:lnTo>
                  <a:close/>
                </a:path>
              </a:pathLst>
            </a:custGeom>
            <a:solidFill>
              <a:srgbClr val="253439"/>
            </a:solidFill>
          </p:spPr>
          <p:txBody>
            <a:bodyPr/>
            <a:lstStyle/>
            <a:p>
              <a:endParaRPr lang="en-SE" sz="1200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31330" cy="474159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6"/>
                </a:lnSpc>
              </a:pPr>
              <a:endParaRPr sz="1200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5581568" y="5692979"/>
            <a:ext cx="5638055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4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Written by Samira hadid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56827" y="5123179"/>
            <a:ext cx="3255334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40"/>
              </a:lnSpc>
            </a:pPr>
            <a:r>
              <a:rPr lang="en-US" sz="1400" dirty="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12 March 2030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581568" y="5970270"/>
            <a:ext cx="5638055" cy="192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540"/>
              </a:lnSpc>
            </a:pPr>
            <a:r>
              <a:rPr lang="en-US" sz="1400">
                <a:solidFill>
                  <a:srgbClr val="253439"/>
                </a:solidFill>
                <a:latin typeface="Lato"/>
                <a:ea typeface="Lato"/>
                <a:cs typeface="Lato"/>
                <a:sym typeface="Lato"/>
              </a:rPr>
              <a:t>Student ID: 1234567890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3C848-D20E-06E4-D0F9-10A40DF5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4183B-9920-2E09-0DD4-5905E51BE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1097280"/>
            <a:ext cx="9820656" cy="914400"/>
          </a:xfrm>
          <a:noFill/>
        </p:spPr>
        <p:txBody>
          <a:bodyPr anchor="t" anchorCtr="0"/>
          <a:lstStyle/>
          <a:p>
            <a:r>
              <a:rPr lang="en-US"/>
              <a:t>Meeting SUMMARY – 24/02/26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8C958D6-1290-E402-289D-3329567336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80159" y="2011680"/>
            <a:ext cx="9004383" cy="379476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 Digital Image Correlation fully in python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script in MATLAB is available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Strain measurement based on position of markers on the beam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Real-time strain monitoring in UTM is the goal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outcome: comparative result from real time DIC rig and tensile machine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Alternate possibility: Extract stress-strain data and create material model for FDM materials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Mechatronics course: workshop help with integration of remote-controlled car (wiring, CAD, 3-D printing, programming, etc.)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b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focus is on systematic approach to problem-solving</a:t>
            </a:r>
          </a:p>
          <a:p>
            <a:pPr marL="0" indent="0">
              <a:buNone/>
            </a:pPr>
            <a:endParaRPr lang="en-US" b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3F970A-EB3E-139D-3696-E169985B1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6209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cientific Discovery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6D3ED"/>
      </a:accent1>
      <a:accent2>
        <a:srgbClr val="C7DBE1"/>
      </a:accent2>
      <a:accent3>
        <a:srgbClr val="688EBD"/>
      </a:accent3>
      <a:accent4>
        <a:srgbClr val="BCE5DD"/>
      </a:accent4>
      <a:accent5>
        <a:srgbClr val="66DDCC"/>
      </a:accent5>
      <a:accent6>
        <a:srgbClr val="E0CE61"/>
      </a:accent6>
      <a:hlink>
        <a:srgbClr val="0563C1"/>
      </a:hlink>
      <a:folHlink>
        <a:srgbClr val="954F72"/>
      </a:folHlink>
    </a:clrScheme>
    <a:fontScheme name="Custom 36">
      <a:majorFont>
        <a:latin typeface="Posterama"/>
        <a:ea typeface=""/>
        <a:cs typeface=""/>
      </a:majorFont>
      <a:minorFont>
        <a:latin typeface="Daytona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tific discovery_V1_win32_EF_v4.potx" id="{C76E1CB0-558D-4FB9-AA8B-DAB0BFDB970A}" vid="{87D4F3E9-C3BB-413B-A87E-0B7BB674A5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81D8D6-8849-400B-8BC9-21D401C7DD06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16c05727-aa75-4e4a-9b5f-8a80a1165891"/>
    <ds:schemaRef ds:uri="http://purl.org/dc/elements/1.1/"/>
    <ds:schemaRef ds:uri="230e9df3-be65-4c73-a93b-d1236ebd677e"/>
    <ds:schemaRef ds:uri="http://www.w3.org/XML/1998/namespace"/>
    <ds:schemaRef ds:uri="71af3243-3dd4-4a8d-8c0d-dd76da1f02a5"/>
    <ds:schemaRef ds:uri="http://schemas.microsoft.com/sharepoint/v3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9A734A7-6096-47AA-9737-CDF62701A00D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F8397A0-8C35-4EEE-8E61-47C914415B5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100476</TotalTime>
  <Words>110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Courier New</vt:lpstr>
      <vt:lpstr>Daytona Condensed Light</vt:lpstr>
      <vt:lpstr>Lato</vt:lpstr>
      <vt:lpstr>Posterama</vt:lpstr>
      <vt:lpstr>Wingdings</vt:lpstr>
      <vt:lpstr>Custom</vt:lpstr>
      <vt:lpstr>PowerPoint Presentation</vt:lpstr>
      <vt:lpstr>Meeting SUMMARY – 24/02/26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adithyasvk1@outlook.com</dc:creator>
  <cp:lastModifiedBy>Adithya Sivakumar</cp:lastModifiedBy>
  <cp:revision>7</cp:revision>
  <dcterms:created xsi:type="dcterms:W3CDTF">2026-03-10T19:13:14Z</dcterms:created>
  <dcterms:modified xsi:type="dcterms:W3CDTF">2026-09-04T14:21:44Z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