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94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 i="0">
                <a:solidFill>
                  <a:srgbClr val="00538A"/>
                </a:solidFill>
                <a:latin typeface="Calibri"/>
              </a:rPr>
              <a:t>SMART UTM —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614468"/>
            <a:ext cx="6940296" cy="114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5A636B"/>
                </a:solidFill>
                <a:latin typeface="Calibri"/>
              </a:rPr>
              <a:t>Jönköping University · School of Engineering  —  status to 9 September 2026  ·  automated tensile testing with camera-based 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75117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834499"/>
            <a:ext cx="6940296" cy="442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18 of 20 features rig-validated; the strain channel matches a certified extensometer.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299908"/>
            <a:ext cx="5968654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Two sessions in the materials-testing laboratory closed the validation: on the XT-205's own frames the rig's DIC agrees to 0.07 % in scale. PLA, PETG and TPU are characterised, the moisture and carbon-footprint studies are written up, and the project report is drafted. Five roadmap items remain, none of them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802766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830173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18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078077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features rig-validated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(+2 verified offline)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6263" y="1802766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6263" y="1830173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6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263" y="2078077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test protocols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631" y="1802766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1631" y="1830173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1631" y="2078077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specimens tested,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36 indexed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999" y="1802766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999" y="1830173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0.99928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999" y="2078077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scale vs the XT-205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on the same frames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2367" y="1802766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2367" y="1830173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2367" y="2078077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open roadmap items 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rig time and one email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10125229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0161772"/>
            <a:ext cx="6940296" cy="21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Every number on this page is recomputed from the rig CSVs and the laboratory records by the documentation/scripts analysis suite and the test registry — nothing is transcribed by hand. Full detail: the 393-slide progress diary and the project report in documentation/, and ROADMAP.md for the complete task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412725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WHERE THE PROJECT STANDS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2603814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2649492"/>
            <a:ext cx="336956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rig is no longer a manual machine, and its strain channel is no longer unproven. A test is: pick a recipe, follow the wizard, press Start — the software runs the protocol, watches the specimen through the camera, stops itself at fracture and writes a linked record the post-processor can re-measure. The channel is validated against itself (noise 11.9 µε, scaling as predicted), against the literature (three polymers in band) and against a certified XT-205 video extensometer — within 1 % on yield and fracture strain, 0.07 % in scale on the same frames.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3486106"/>
            <a:ext cx="3369564" cy="167245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42" y="3536353"/>
            <a:ext cx="3269071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0" name="Picture 29" descr="rig_cu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51" y="3689947"/>
            <a:ext cx="275811" cy="822214"/>
          </a:xfrm>
          <a:prstGeom prst="rect">
            <a:avLst/>
          </a:prstGeom>
        </p:spPr>
      </p:pic>
      <p:pic>
        <p:nvPicPr>
          <p:cNvPr id="31" name="Picture 30" descr="rig_cu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641" y="3689947"/>
            <a:ext cx="535563" cy="82221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142" y="4548704"/>
            <a:ext cx="3269071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" y="5227081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WHAT HAS BEEN 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5418170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2563" y="5463849"/>
            <a:ext cx="4567" cy="274741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6576" y="5484404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479836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5649" y="5479836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100 % infill quintet, n =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649" y="5610591"/>
            <a:ext cx="289481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UTS 46.2 ± 1.2 MPa, scatter 2.5 % — publication-grade repeatability.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2563" y="5759146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6576" y="5779701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775134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5649" y="5775134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All six protocols validated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5649" y="5905889"/>
            <a:ext cx="28948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Including both destructive protocols; two landed 0.9 % apart on ultimate strength, though on different specimens.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2563" y="6164171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6576" y="6184727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6180159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649" y="6180159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Fatigue and creep resolved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649" y="6310914"/>
            <a:ext cx="28948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Residual strength after cycling is −6.8 % against the same-protocol virgin run; creep resolved at 41× the noise floor.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2563" y="6569197"/>
            <a:ext cx="4567" cy="494197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6576" y="6589752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6585184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5649" y="6585184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Laboratory cross-validation, two sessions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5649" y="6715939"/>
            <a:ext cx="28948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80 mm and 45 mm gauge on the Zwick/Roell Z100 + XT-205; the laboratory's footage re-measured by the rig's own post-processor: scale 0.99928, R² 0.9999964.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2563" y="7083950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6576" y="7104506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7099938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649" y="7099938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PETG and TPU, black PLA, the 45 mm gauge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5649" y="7230693"/>
            <a:ext cx="28948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Three polymers in their bands; the Otsu-vs-fixed threshold question settled; noise scaling 1.78× predicted, 1.78× measured.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2563" y="7488976"/>
            <a:ext cx="4567" cy="494197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96576" y="7509531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7504963"/>
            <a:ext cx="383413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September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5649" y="7504963"/>
            <a:ext cx="2894810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SF17–SF20, moisture and footprint studies, report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649" y="7635718"/>
            <a:ext cx="28948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Capture, post-processing, noise capture and manual blob selection; the humidity and PCF sections; the 393-slide diary and the project report drafted.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1628" y="2412725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RESULTS WORTH REPORTING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81628" y="2603814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81628" y="2649492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strain channel is validated against a certified instrument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1628" y="2787099"/>
            <a:ext cx="33695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 the XT-205's own frames: scale 0.99928, R² 0.9999964, fracture strain 5.21 vs 5.22 %, a constant -55 µε offset (0.069 px) that vanishes from every slope. On separate specimens: yield +1.0 %, fracture strain -0.8 %. The -7.7 % UTS gap is pull rate (2.21×), grips and batch.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1628" y="3271690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rig ranks materials correctly across two decades of modulus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1628" y="3409297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PLA 46.2 MPa / 3.17 GPa, PETG 41.8 MPa / 1.81 GPa, TPU 0.024 GPa to 18.9 % strain unbroken — all inside their published bands. The 50 % infill knockdown is 2.4, a matched pair repeats to 0.2 %.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1628" y="3784159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Strength repeatability is publication-grade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1628" y="3921766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100 % infill, n = 5: UTS 46.2 ± 1.2 MPa — 2.5 % scatter, and the only n &gt; 2 result we own. Two fracture protocols landed 0.9 % apart, but on DIFFERENT specimens (n = 1 each), so that bounds protocol and specimen scatter together, not the protocol alone.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1628" y="4296629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camera is not a nicety — it changes the answer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1628" y="4434235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Over the same cycles the crosshead reads 4 % STIFFER while the specimen's true modulus falls 26 %. Without strain measured on the specimen itself, this test reports the opposite of what actually happened.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81628" y="4809098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Fatigue and creep, each resolved at n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1628" y="4946705"/>
            <a:ext cx="33695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Residual strength −6.8 % after 16 cycles at 79 % of fracture load; creep +1080 µε at 41× the noise floor with the rig's own drift subtracted first.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1628" y="533745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DECISIONS I NEED FROM YOU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81628" y="5528544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881628" y="5574223"/>
            <a:ext cx="3369564" cy="530472"/>
          </a:xfrm>
          <a:prstGeom prst="roundRect">
            <a:avLst>
              <a:gd name="adj" fmla="val 3000"/>
            </a:avLst>
          </a:prstGeom>
          <a:solidFill>
            <a:srgbClr val="E7EFF6"/>
          </a:solidFill>
          <a:ln w="3806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81628" y="5574223"/>
            <a:ext cx="13703" cy="530472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09035" y="5601630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The laboratory's load or crosshead channel — one email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9035" y="5741521"/>
            <a:ext cx="3314749" cy="335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With either channel the strain comparison can be made at matched force, which cancels compliance and turns it into a pure scale check.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One request to Jacob Steggo at the Department of Materials and Manufacturing.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81628" y="6136671"/>
            <a:ext cx="3369564" cy="530472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881628" y="6136671"/>
            <a:ext cx="13703" cy="530472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09035" y="6164078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Rig time and a drying step for the moisture study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9035" y="6303969"/>
            <a:ext cx="3314749" cy="335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literature predicts −8.5 % strength after 24 h of ambient exposure; the rig resolves better than 1 % on a matched pair.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Three conditioned sets from one spool, one session, and a filament dryer.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881628" y="6699118"/>
            <a:ext cx="3369564" cy="642395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81628" y="6699118"/>
            <a:ext cx="13703" cy="64239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909035" y="6726526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Poisson's ratio — needs optics, not code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9035" y="6866416"/>
            <a:ext cx="3314749" cy="447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four-marker maths is written and self-tested, but the gauge is too narrow to resolve a transverse pair at the present 20.8 px/mm.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A gauge-zoomed lens (or a second camera) plus a matte backdrop unblocks true stress and Poisson's ratio.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Until then every stress reported is engineering stress, which is stated on every figure.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81628" y="7373489"/>
            <a:ext cx="3369564" cy="530472"/>
          </a:xfrm>
          <a:prstGeom prst="roundRect">
            <a:avLst>
              <a:gd name="adj" fmla="val 3000"/>
            </a:avLst>
          </a:prstGeom>
          <a:solidFill>
            <a:srgbClr val="E7EFF6"/>
          </a:solidFill>
          <a:ln w="3806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881628" y="7373489"/>
            <a:ext cx="13703" cy="530472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09035" y="7400896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More specimens before publication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9035" y="7540787"/>
            <a:ext cx="3314749" cy="335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Creep and fatigue are each n = 1 at one condition. The measurement is proven; the material constants are not.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3–4 stress levels for creep and 3 repeats for fatigue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would make both publishable.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81628" y="7935937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81628" y="812702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3881628" y="8172704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3899899" y="8190975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99899" y="8216121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39711" y="8190975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One pull at 2 mm/min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39711" y="8317163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One specimen, one run, no new code — separates the rate effect from specimen scatter in the -7.7 % UTS gap.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881628" y="8577729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899899" y="8596001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99899" y="8621147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39711" y="8596001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Rig sessions for SF19 and SF20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39711" y="8722188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Noise capture and manual blob selection are built and verified offline; each needs one real pull to be carded as rig-validated.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81628" y="8982755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3899899" y="9001026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899899" y="9026172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39711" y="9001026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controlled moisture experiment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39711" y="9127213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Dried / 24 h / one week from one spool, pulled in one session — prices the batch term and closes the laboratory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